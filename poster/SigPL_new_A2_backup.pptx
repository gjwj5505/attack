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</p:sldIdLst>
  <p:sldSz cx="15119350" cy="21383625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9" autoAdjust="0"/>
    <p:restoredTop sz="94660"/>
  </p:normalViewPr>
  <p:slideViewPr>
    <p:cSldViewPr snapToGrid="0">
      <p:cViewPr>
        <p:scale>
          <a:sx n="50" d="100"/>
          <a:sy n="50" d="100"/>
        </p:scale>
        <p:origin x="29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33951" y="3499590"/>
            <a:ext cx="12851448" cy="7444669"/>
          </a:xfrm>
        </p:spPr>
        <p:txBody>
          <a:bodyPr anchor="b"/>
          <a:lstStyle>
            <a:lvl1pPr algn="ctr">
              <a:defRPr sz="9921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89919" y="11231355"/>
            <a:ext cx="11339513" cy="5162758"/>
          </a:xfrm>
        </p:spPr>
        <p:txBody>
          <a:bodyPr/>
          <a:lstStyle>
            <a:lvl1pPr marL="0" indent="0" algn="ctr">
              <a:buNone/>
              <a:defRPr sz="3968"/>
            </a:lvl1pPr>
            <a:lvl2pPr marL="755980" indent="0" algn="ctr">
              <a:buNone/>
              <a:defRPr sz="3307"/>
            </a:lvl2pPr>
            <a:lvl3pPr marL="1511960" indent="0" algn="ctr">
              <a:buNone/>
              <a:defRPr sz="2976"/>
            </a:lvl3pPr>
            <a:lvl4pPr marL="2267941" indent="0" algn="ctr">
              <a:buNone/>
              <a:defRPr sz="2646"/>
            </a:lvl4pPr>
            <a:lvl5pPr marL="3023921" indent="0" algn="ctr">
              <a:buNone/>
              <a:defRPr sz="2646"/>
            </a:lvl5pPr>
            <a:lvl6pPr marL="3779901" indent="0" algn="ctr">
              <a:buNone/>
              <a:defRPr sz="2646"/>
            </a:lvl6pPr>
            <a:lvl7pPr marL="4535881" indent="0" algn="ctr">
              <a:buNone/>
              <a:defRPr sz="2646"/>
            </a:lvl7pPr>
            <a:lvl8pPr marL="5291861" indent="0" algn="ctr">
              <a:buNone/>
              <a:defRPr sz="2646"/>
            </a:lvl8pPr>
            <a:lvl9pPr marL="6047842" indent="0" algn="ctr">
              <a:buNone/>
              <a:defRPr sz="2646"/>
            </a:lvl9pPr>
          </a:lstStyle>
          <a:p>
            <a:r>
              <a:rPr lang="ko-KR" altLang="en-US"/>
              <a:t>클릭하여 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65E9ED-F255-485F-A6F0-6D5D07584775}" type="datetimeFigureOut">
              <a:rPr lang="ko-KR" altLang="en-US" smtClean="0"/>
              <a:t>2026-08-23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E1E5A9-6931-47B6-AA3A-0BC99230769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3232640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65E9ED-F255-485F-A6F0-6D5D07584775}" type="datetimeFigureOut">
              <a:rPr lang="ko-KR" altLang="en-US" smtClean="0"/>
              <a:t>2026-08-23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E1E5A9-6931-47B6-AA3A-0BC99230769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8085864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31582" y="5331063"/>
            <a:ext cx="13040439" cy="8894992"/>
          </a:xfrm>
        </p:spPr>
        <p:txBody>
          <a:bodyPr anchor="b"/>
          <a:lstStyle>
            <a:lvl1pPr>
              <a:defRPr sz="9921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31582" y="14310205"/>
            <a:ext cx="13040439" cy="4677666"/>
          </a:xfrm>
        </p:spPr>
        <p:txBody>
          <a:bodyPr/>
          <a:lstStyle>
            <a:lvl1pPr marL="0" indent="0">
              <a:buNone/>
              <a:defRPr sz="3968">
                <a:solidFill>
                  <a:schemeClr val="tx1">
                    <a:tint val="82000"/>
                  </a:schemeClr>
                </a:solidFill>
              </a:defRPr>
            </a:lvl1pPr>
            <a:lvl2pPr marL="755980" indent="0">
              <a:buNone/>
              <a:defRPr sz="3307">
                <a:solidFill>
                  <a:schemeClr val="tx1">
                    <a:tint val="82000"/>
                  </a:schemeClr>
                </a:solidFill>
              </a:defRPr>
            </a:lvl2pPr>
            <a:lvl3pPr marL="1511960" indent="0">
              <a:buNone/>
              <a:defRPr sz="2976">
                <a:solidFill>
                  <a:schemeClr val="tx1">
                    <a:tint val="82000"/>
                  </a:schemeClr>
                </a:solidFill>
              </a:defRPr>
            </a:lvl3pPr>
            <a:lvl4pPr marL="2267941" indent="0">
              <a:buNone/>
              <a:defRPr sz="2646">
                <a:solidFill>
                  <a:schemeClr val="tx1">
                    <a:tint val="82000"/>
                  </a:schemeClr>
                </a:solidFill>
              </a:defRPr>
            </a:lvl4pPr>
            <a:lvl5pPr marL="3023921" indent="0">
              <a:buNone/>
              <a:defRPr sz="2646">
                <a:solidFill>
                  <a:schemeClr val="tx1">
                    <a:tint val="82000"/>
                  </a:schemeClr>
                </a:solidFill>
              </a:defRPr>
            </a:lvl5pPr>
            <a:lvl6pPr marL="3779901" indent="0">
              <a:buNone/>
              <a:defRPr sz="2646">
                <a:solidFill>
                  <a:schemeClr val="tx1">
                    <a:tint val="82000"/>
                  </a:schemeClr>
                </a:solidFill>
              </a:defRPr>
            </a:lvl6pPr>
            <a:lvl7pPr marL="4535881" indent="0">
              <a:buNone/>
              <a:defRPr sz="2646">
                <a:solidFill>
                  <a:schemeClr val="tx1">
                    <a:tint val="82000"/>
                  </a:schemeClr>
                </a:solidFill>
              </a:defRPr>
            </a:lvl7pPr>
            <a:lvl8pPr marL="5291861" indent="0">
              <a:buNone/>
              <a:defRPr sz="2646">
                <a:solidFill>
                  <a:schemeClr val="tx1">
                    <a:tint val="82000"/>
                  </a:schemeClr>
                </a:solidFill>
              </a:defRPr>
            </a:lvl8pPr>
            <a:lvl9pPr marL="6047842" indent="0">
              <a:buNone/>
              <a:defRPr sz="2646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65E9ED-F255-485F-A6F0-6D5D07584775}" type="datetimeFigureOut">
              <a:rPr lang="ko-KR" altLang="en-US" smtClean="0"/>
              <a:t>2026-08-23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E1E5A9-6931-47B6-AA3A-0BC99230769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8761563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39455" y="5692400"/>
            <a:ext cx="6425724" cy="13567714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654171" y="5692400"/>
            <a:ext cx="6425724" cy="13567714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65E9ED-F255-485F-A6F0-6D5D07584775}" type="datetimeFigureOut">
              <a:rPr lang="ko-KR" altLang="en-US" smtClean="0"/>
              <a:t>2026-08-23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E1E5A9-6931-47B6-AA3A-0BC99230769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113161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41425" y="1138485"/>
            <a:ext cx="13040439" cy="4133179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41426" y="5241960"/>
            <a:ext cx="6396193" cy="2569003"/>
          </a:xfrm>
        </p:spPr>
        <p:txBody>
          <a:bodyPr anchor="b"/>
          <a:lstStyle>
            <a:lvl1pPr marL="0" indent="0">
              <a:buNone/>
              <a:defRPr sz="3968" b="1"/>
            </a:lvl1pPr>
            <a:lvl2pPr marL="755980" indent="0">
              <a:buNone/>
              <a:defRPr sz="3307" b="1"/>
            </a:lvl2pPr>
            <a:lvl3pPr marL="1511960" indent="0">
              <a:buNone/>
              <a:defRPr sz="2976" b="1"/>
            </a:lvl3pPr>
            <a:lvl4pPr marL="2267941" indent="0">
              <a:buNone/>
              <a:defRPr sz="2646" b="1"/>
            </a:lvl4pPr>
            <a:lvl5pPr marL="3023921" indent="0">
              <a:buNone/>
              <a:defRPr sz="2646" b="1"/>
            </a:lvl5pPr>
            <a:lvl6pPr marL="3779901" indent="0">
              <a:buNone/>
              <a:defRPr sz="2646" b="1"/>
            </a:lvl6pPr>
            <a:lvl7pPr marL="4535881" indent="0">
              <a:buNone/>
              <a:defRPr sz="2646" b="1"/>
            </a:lvl7pPr>
            <a:lvl8pPr marL="5291861" indent="0">
              <a:buNone/>
              <a:defRPr sz="2646" b="1"/>
            </a:lvl8pPr>
            <a:lvl9pPr marL="6047842" indent="0">
              <a:buNone/>
              <a:defRPr sz="2646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41426" y="7810963"/>
            <a:ext cx="6396193" cy="1148875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654172" y="5241960"/>
            <a:ext cx="6427693" cy="2569003"/>
          </a:xfrm>
        </p:spPr>
        <p:txBody>
          <a:bodyPr anchor="b"/>
          <a:lstStyle>
            <a:lvl1pPr marL="0" indent="0">
              <a:buNone/>
              <a:defRPr sz="3968" b="1"/>
            </a:lvl1pPr>
            <a:lvl2pPr marL="755980" indent="0">
              <a:buNone/>
              <a:defRPr sz="3307" b="1"/>
            </a:lvl2pPr>
            <a:lvl3pPr marL="1511960" indent="0">
              <a:buNone/>
              <a:defRPr sz="2976" b="1"/>
            </a:lvl3pPr>
            <a:lvl4pPr marL="2267941" indent="0">
              <a:buNone/>
              <a:defRPr sz="2646" b="1"/>
            </a:lvl4pPr>
            <a:lvl5pPr marL="3023921" indent="0">
              <a:buNone/>
              <a:defRPr sz="2646" b="1"/>
            </a:lvl5pPr>
            <a:lvl6pPr marL="3779901" indent="0">
              <a:buNone/>
              <a:defRPr sz="2646" b="1"/>
            </a:lvl6pPr>
            <a:lvl7pPr marL="4535881" indent="0">
              <a:buNone/>
              <a:defRPr sz="2646" b="1"/>
            </a:lvl7pPr>
            <a:lvl8pPr marL="5291861" indent="0">
              <a:buNone/>
              <a:defRPr sz="2646" b="1"/>
            </a:lvl8pPr>
            <a:lvl9pPr marL="6047842" indent="0">
              <a:buNone/>
              <a:defRPr sz="2646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654172" y="7810963"/>
            <a:ext cx="6427693" cy="1148875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65E9ED-F255-485F-A6F0-6D5D07584775}" type="datetimeFigureOut">
              <a:rPr lang="ko-KR" altLang="en-US" smtClean="0"/>
              <a:t>2026-08-23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E1E5A9-6931-47B6-AA3A-0BC99230769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4966383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65E9ED-F255-485F-A6F0-6D5D07584775}" type="datetimeFigureOut">
              <a:rPr lang="ko-KR" altLang="en-US" smtClean="0"/>
              <a:t>2026-08-23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E1E5A9-6931-47B6-AA3A-0BC99230769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7585897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65E9ED-F255-485F-A6F0-6D5D07584775}" type="datetimeFigureOut">
              <a:rPr lang="ko-KR" altLang="en-US" smtClean="0"/>
              <a:t>2026-08-23</a:t>
            </a:fld>
            <a:endParaRPr lang="ko-KR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E1E5A9-6931-47B6-AA3A-0BC99230769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9604876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41425" y="1425575"/>
            <a:ext cx="4876384" cy="4989513"/>
          </a:xfrm>
        </p:spPr>
        <p:txBody>
          <a:bodyPr anchor="b"/>
          <a:lstStyle>
            <a:lvl1pPr>
              <a:defRPr sz="5291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427693" y="3078850"/>
            <a:ext cx="7654171" cy="15196234"/>
          </a:xfrm>
        </p:spPr>
        <p:txBody>
          <a:bodyPr/>
          <a:lstStyle>
            <a:lvl1pPr>
              <a:defRPr sz="5291"/>
            </a:lvl1pPr>
            <a:lvl2pPr>
              <a:defRPr sz="4630"/>
            </a:lvl2pPr>
            <a:lvl3pPr>
              <a:defRPr sz="3968"/>
            </a:lvl3pPr>
            <a:lvl4pPr>
              <a:defRPr sz="3307"/>
            </a:lvl4pPr>
            <a:lvl5pPr>
              <a:defRPr sz="3307"/>
            </a:lvl5pPr>
            <a:lvl6pPr>
              <a:defRPr sz="3307"/>
            </a:lvl6pPr>
            <a:lvl7pPr>
              <a:defRPr sz="3307"/>
            </a:lvl7pPr>
            <a:lvl8pPr>
              <a:defRPr sz="3307"/>
            </a:lvl8pPr>
            <a:lvl9pPr>
              <a:defRPr sz="3307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41425" y="6415088"/>
            <a:ext cx="4876384" cy="11884743"/>
          </a:xfrm>
        </p:spPr>
        <p:txBody>
          <a:bodyPr/>
          <a:lstStyle>
            <a:lvl1pPr marL="0" indent="0">
              <a:buNone/>
              <a:defRPr sz="2646"/>
            </a:lvl1pPr>
            <a:lvl2pPr marL="755980" indent="0">
              <a:buNone/>
              <a:defRPr sz="2315"/>
            </a:lvl2pPr>
            <a:lvl3pPr marL="1511960" indent="0">
              <a:buNone/>
              <a:defRPr sz="1984"/>
            </a:lvl3pPr>
            <a:lvl4pPr marL="2267941" indent="0">
              <a:buNone/>
              <a:defRPr sz="1654"/>
            </a:lvl4pPr>
            <a:lvl5pPr marL="3023921" indent="0">
              <a:buNone/>
              <a:defRPr sz="1654"/>
            </a:lvl5pPr>
            <a:lvl6pPr marL="3779901" indent="0">
              <a:buNone/>
              <a:defRPr sz="1654"/>
            </a:lvl6pPr>
            <a:lvl7pPr marL="4535881" indent="0">
              <a:buNone/>
              <a:defRPr sz="1654"/>
            </a:lvl7pPr>
            <a:lvl8pPr marL="5291861" indent="0">
              <a:buNone/>
              <a:defRPr sz="1654"/>
            </a:lvl8pPr>
            <a:lvl9pPr marL="6047842" indent="0">
              <a:buNone/>
              <a:defRPr sz="1654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65E9ED-F255-485F-A6F0-6D5D07584775}" type="datetimeFigureOut">
              <a:rPr lang="ko-KR" altLang="en-US" smtClean="0"/>
              <a:t>2026-08-23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E1E5A9-6931-47B6-AA3A-0BC99230769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915728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41425" y="1425575"/>
            <a:ext cx="4876384" cy="4989513"/>
          </a:xfrm>
        </p:spPr>
        <p:txBody>
          <a:bodyPr anchor="b"/>
          <a:lstStyle>
            <a:lvl1pPr>
              <a:defRPr sz="5291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427693" y="3078850"/>
            <a:ext cx="7654171" cy="15196234"/>
          </a:xfrm>
        </p:spPr>
        <p:txBody>
          <a:bodyPr anchor="t"/>
          <a:lstStyle>
            <a:lvl1pPr marL="0" indent="0">
              <a:buNone/>
              <a:defRPr sz="5291"/>
            </a:lvl1pPr>
            <a:lvl2pPr marL="755980" indent="0">
              <a:buNone/>
              <a:defRPr sz="4630"/>
            </a:lvl2pPr>
            <a:lvl3pPr marL="1511960" indent="0">
              <a:buNone/>
              <a:defRPr sz="3968"/>
            </a:lvl3pPr>
            <a:lvl4pPr marL="2267941" indent="0">
              <a:buNone/>
              <a:defRPr sz="3307"/>
            </a:lvl4pPr>
            <a:lvl5pPr marL="3023921" indent="0">
              <a:buNone/>
              <a:defRPr sz="3307"/>
            </a:lvl5pPr>
            <a:lvl6pPr marL="3779901" indent="0">
              <a:buNone/>
              <a:defRPr sz="3307"/>
            </a:lvl6pPr>
            <a:lvl7pPr marL="4535881" indent="0">
              <a:buNone/>
              <a:defRPr sz="3307"/>
            </a:lvl7pPr>
            <a:lvl8pPr marL="5291861" indent="0">
              <a:buNone/>
              <a:defRPr sz="3307"/>
            </a:lvl8pPr>
            <a:lvl9pPr marL="6047842" indent="0">
              <a:buNone/>
              <a:defRPr sz="3307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41425" y="6415088"/>
            <a:ext cx="4876384" cy="11884743"/>
          </a:xfrm>
        </p:spPr>
        <p:txBody>
          <a:bodyPr/>
          <a:lstStyle>
            <a:lvl1pPr marL="0" indent="0">
              <a:buNone/>
              <a:defRPr sz="2646"/>
            </a:lvl1pPr>
            <a:lvl2pPr marL="755980" indent="0">
              <a:buNone/>
              <a:defRPr sz="2315"/>
            </a:lvl2pPr>
            <a:lvl3pPr marL="1511960" indent="0">
              <a:buNone/>
              <a:defRPr sz="1984"/>
            </a:lvl3pPr>
            <a:lvl4pPr marL="2267941" indent="0">
              <a:buNone/>
              <a:defRPr sz="1654"/>
            </a:lvl4pPr>
            <a:lvl5pPr marL="3023921" indent="0">
              <a:buNone/>
              <a:defRPr sz="1654"/>
            </a:lvl5pPr>
            <a:lvl6pPr marL="3779901" indent="0">
              <a:buNone/>
              <a:defRPr sz="1654"/>
            </a:lvl6pPr>
            <a:lvl7pPr marL="4535881" indent="0">
              <a:buNone/>
              <a:defRPr sz="1654"/>
            </a:lvl7pPr>
            <a:lvl8pPr marL="5291861" indent="0">
              <a:buNone/>
              <a:defRPr sz="1654"/>
            </a:lvl8pPr>
            <a:lvl9pPr marL="6047842" indent="0">
              <a:buNone/>
              <a:defRPr sz="1654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65E9ED-F255-485F-A6F0-6D5D07584775}" type="datetimeFigureOut">
              <a:rPr lang="ko-KR" altLang="en-US" smtClean="0"/>
              <a:t>2026-08-23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E1E5A9-6931-47B6-AA3A-0BC99230769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1701039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65E9ED-F255-485F-A6F0-6D5D07584775}" type="datetimeFigureOut">
              <a:rPr lang="ko-KR" altLang="en-US" smtClean="0"/>
              <a:t>2026-08-23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E1E5A9-6931-47B6-AA3A-0BC99230769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1083461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0819786" y="1138480"/>
            <a:ext cx="3260110" cy="18121634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39456" y="1138480"/>
            <a:ext cx="9591338" cy="18121634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65E9ED-F255-485F-A6F0-6D5D07584775}" type="datetimeFigureOut">
              <a:rPr lang="ko-KR" altLang="en-US" smtClean="0"/>
              <a:t>2026-08-23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E1E5A9-6931-47B6-AA3A-0BC99230769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3210169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39456" y="1138485"/>
            <a:ext cx="13040439" cy="413317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39456" y="5692400"/>
            <a:ext cx="13040439" cy="135677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39455" y="19819457"/>
            <a:ext cx="3401854" cy="113848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984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A65E9ED-F255-485F-A6F0-6D5D07584775}" type="datetimeFigureOut">
              <a:rPr lang="ko-KR" altLang="en-US" smtClean="0"/>
              <a:t>2026-08-23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008285" y="19819457"/>
            <a:ext cx="5102781" cy="113848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984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678041" y="19819457"/>
            <a:ext cx="3401854" cy="113848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984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8E1E5A9-6931-47B6-AA3A-0BC99230769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25807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1511960" rtl="0" eaLnBrk="1" latinLnBrk="1" hangingPunct="1">
        <a:lnSpc>
          <a:spcPct val="90000"/>
        </a:lnSpc>
        <a:spcBef>
          <a:spcPct val="0"/>
        </a:spcBef>
        <a:buNone/>
        <a:defRPr sz="7275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77990" indent="-377990" algn="l" defTabSz="1511960" rtl="0" eaLnBrk="1" latinLnBrk="1" hangingPunct="1">
        <a:lnSpc>
          <a:spcPct val="90000"/>
        </a:lnSpc>
        <a:spcBef>
          <a:spcPts val="1654"/>
        </a:spcBef>
        <a:buFont typeface="Arial" panose="020B0604020202020204" pitchFamily="34" charset="0"/>
        <a:buChar char="•"/>
        <a:defRPr sz="4630" kern="1200">
          <a:solidFill>
            <a:schemeClr val="tx1"/>
          </a:solidFill>
          <a:latin typeface="+mn-lt"/>
          <a:ea typeface="+mn-ea"/>
          <a:cs typeface="+mn-cs"/>
        </a:defRPr>
      </a:lvl1pPr>
      <a:lvl2pPr marL="1133970" indent="-377990" algn="l" defTabSz="1511960" rtl="0" eaLnBrk="1" latinLnBrk="1" hangingPunct="1">
        <a:lnSpc>
          <a:spcPct val="90000"/>
        </a:lnSpc>
        <a:spcBef>
          <a:spcPts val="827"/>
        </a:spcBef>
        <a:buFont typeface="Arial" panose="020B0604020202020204" pitchFamily="34" charset="0"/>
        <a:buChar char="•"/>
        <a:defRPr sz="3968" kern="1200">
          <a:solidFill>
            <a:schemeClr val="tx1"/>
          </a:solidFill>
          <a:latin typeface="+mn-lt"/>
          <a:ea typeface="+mn-ea"/>
          <a:cs typeface="+mn-cs"/>
        </a:defRPr>
      </a:lvl2pPr>
      <a:lvl3pPr marL="1889951" indent="-377990" algn="l" defTabSz="1511960" rtl="0" eaLnBrk="1" latinLnBrk="1" hangingPunct="1">
        <a:lnSpc>
          <a:spcPct val="90000"/>
        </a:lnSpc>
        <a:spcBef>
          <a:spcPts val="827"/>
        </a:spcBef>
        <a:buFont typeface="Arial" panose="020B0604020202020204" pitchFamily="34" charset="0"/>
        <a:buChar char="•"/>
        <a:defRPr sz="3307" kern="1200">
          <a:solidFill>
            <a:schemeClr val="tx1"/>
          </a:solidFill>
          <a:latin typeface="+mn-lt"/>
          <a:ea typeface="+mn-ea"/>
          <a:cs typeface="+mn-cs"/>
        </a:defRPr>
      </a:lvl3pPr>
      <a:lvl4pPr marL="2645931" indent="-377990" algn="l" defTabSz="1511960" rtl="0" eaLnBrk="1" latinLnBrk="1" hangingPunct="1">
        <a:lnSpc>
          <a:spcPct val="90000"/>
        </a:lnSpc>
        <a:spcBef>
          <a:spcPts val="827"/>
        </a:spcBef>
        <a:buFont typeface="Arial" panose="020B0604020202020204" pitchFamily="34" charset="0"/>
        <a:buChar char="•"/>
        <a:defRPr sz="2976" kern="1200">
          <a:solidFill>
            <a:schemeClr val="tx1"/>
          </a:solidFill>
          <a:latin typeface="+mn-lt"/>
          <a:ea typeface="+mn-ea"/>
          <a:cs typeface="+mn-cs"/>
        </a:defRPr>
      </a:lvl4pPr>
      <a:lvl5pPr marL="3401911" indent="-377990" algn="l" defTabSz="1511960" rtl="0" eaLnBrk="1" latinLnBrk="1" hangingPunct="1">
        <a:lnSpc>
          <a:spcPct val="90000"/>
        </a:lnSpc>
        <a:spcBef>
          <a:spcPts val="827"/>
        </a:spcBef>
        <a:buFont typeface="Arial" panose="020B0604020202020204" pitchFamily="34" charset="0"/>
        <a:buChar char="•"/>
        <a:defRPr sz="2976" kern="1200">
          <a:solidFill>
            <a:schemeClr val="tx1"/>
          </a:solidFill>
          <a:latin typeface="+mn-lt"/>
          <a:ea typeface="+mn-ea"/>
          <a:cs typeface="+mn-cs"/>
        </a:defRPr>
      </a:lvl5pPr>
      <a:lvl6pPr marL="4157891" indent="-377990" algn="l" defTabSz="1511960" rtl="0" eaLnBrk="1" latinLnBrk="1" hangingPunct="1">
        <a:lnSpc>
          <a:spcPct val="90000"/>
        </a:lnSpc>
        <a:spcBef>
          <a:spcPts val="827"/>
        </a:spcBef>
        <a:buFont typeface="Arial" panose="020B0604020202020204" pitchFamily="34" charset="0"/>
        <a:buChar char="•"/>
        <a:defRPr sz="2976" kern="1200">
          <a:solidFill>
            <a:schemeClr val="tx1"/>
          </a:solidFill>
          <a:latin typeface="+mn-lt"/>
          <a:ea typeface="+mn-ea"/>
          <a:cs typeface="+mn-cs"/>
        </a:defRPr>
      </a:lvl6pPr>
      <a:lvl7pPr marL="4913871" indent="-377990" algn="l" defTabSz="1511960" rtl="0" eaLnBrk="1" latinLnBrk="1" hangingPunct="1">
        <a:lnSpc>
          <a:spcPct val="90000"/>
        </a:lnSpc>
        <a:spcBef>
          <a:spcPts val="827"/>
        </a:spcBef>
        <a:buFont typeface="Arial" panose="020B0604020202020204" pitchFamily="34" charset="0"/>
        <a:buChar char="•"/>
        <a:defRPr sz="2976" kern="1200">
          <a:solidFill>
            <a:schemeClr val="tx1"/>
          </a:solidFill>
          <a:latin typeface="+mn-lt"/>
          <a:ea typeface="+mn-ea"/>
          <a:cs typeface="+mn-cs"/>
        </a:defRPr>
      </a:lvl7pPr>
      <a:lvl8pPr marL="5669852" indent="-377990" algn="l" defTabSz="1511960" rtl="0" eaLnBrk="1" latinLnBrk="1" hangingPunct="1">
        <a:lnSpc>
          <a:spcPct val="90000"/>
        </a:lnSpc>
        <a:spcBef>
          <a:spcPts val="827"/>
        </a:spcBef>
        <a:buFont typeface="Arial" panose="020B0604020202020204" pitchFamily="34" charset="0"/>
        <a:buChar char="•"/>
        <a:defRPr sz="2976" kern="1200">
          <a:solidFill>
            <a:schemeClr val="tx1"/>
          </a:solidFill>
          <a:latin typeface="+mn-lt"/>
          <a:ea typeface="+mn-ea"/>
          <a:cs typeface="+mn-cs"/>
        </a:defRPr>
      </a:lvl8pPr>
      <a:lvl9pPr marL="6425832" indent="-377990" algn="l" defTabSz="1511960" rtl="0" eaLnBrk="1" latinLnBrk="1" hangingPunct="1">
        <a:lnSpc>
          <a:spcPct val="90000"/>
        </a:lnSpc>
        <a:spcBef>
          <a:spcPts val="827"/>
        </a:spcBef>
        <a:buFont typeface="Arial" panose="020B0604020202020204" pitchFamily="34" charset="0"/>
        <a:buChar char="•"/>
        <a:defRPr sz="2976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511960" rtl="0" eaLnBrk="1" latinLnBrk="1" hangingPunct="1">
        <a:defRPr sz="2976" kern="1200">
          <a:solidFill>
            <a:schemeClr val="tx1"/>
          </a:solidFill>
          <a:latin typeface="+mn-lt"/>
          <a:ea typeface="+mn-ea"/>
          <a:cs typeface="+mn-cs"/>
        </a:defRPr>
      </a:lvl1pPr>
      <a:lvl2pPr marL="755980" algn="l" defTabSz="1511960" rtl="0" eaLnBrk="1" latinLnBrk="1" hangingPunct="1">
        <a:defRPr sz="2976" kern="1200">
          <a:solidFill>
            <a:schemeClr val="tx1"/>
          </a:solidFill>
          <a:latin typeface="+mn-lt"/>
          <a:ea typeface="+mn-ea"/>
          <a:cs typeface="+mn-cs"/>
        </a:defRPr>
      </a:lvl2pPr>
      <a:lvl3pPr marL="1511960" algn="l" defTabSz="1511960" rtl="0" eaLnBrk="1" latinLnBrk="1" hangingPunct="1">
        <a:defRPr sz="2976" kern="1200">
          <a:solidFill>
            <a:schemeClr val="tx1"/>
          </a:solidFill>
          <a:latin typeface="+mn-lt"/>
          <a:ea typeface="+mn-ea"/>
          <a:cs typeface="+mn-cs"/>
        </a:defRPr>
      </a:lvl3pPr>
      <a:lvl4pPr marL="2267941" algn="l" defTabSz="1511960" rtl="0" eaLnBrk="1" latinLnBrk="1" hangingPunct="1">
        <a:defRPr sz="2976" kern="1200">
          <a:solidFill>
            <a:schemeClr val="tx1"/>
          </a:solidFill>
          <a:latin typeface="+mn-lt"/>
          <a:ea typeface="+mn-ea"/>
          <a:cs typeface="+mn-cs"/>
        </a:defRPr>
      </a:lvl4pPr>
      <a:lvl5pPr marL="3023921" algn="l" defTabSz="1511960" rtl="0" eaLnBrk="1" latinLnBrk="1" hangingPunct="1">
        <a:defRPr sz="2976" kern="1200">
          <a:solidFill>
            <a:schemeClr val="tx1"/>
          </a:solidFill>
          <a:latin typeface="+mn-lt"/>
          <a:ea typeface="+mn-ea"/>
          <a:cs typeface="+mn-cs"/>
        </a:defRPr>
      </a:lvl5pPr>
      <a:lvl6pPr marL="3779901" algn="l" defTabSz="1511960" rtl="0" eaLnBrk="1" latinLnBrk="1" hangingPunct="1">
        <a:defRPr sz="2976" kern="1200">
          <a:solidFill>
            <a:schemeClr val="tx1"/>
          </a:solidFill>
          <a:latin typeface="+mn-lt"/>
          <a:ea typeface="+mn-ea"/>
          <a:cs typeface="+mn-cs"/>
        </a:defRPr>
      </a:lvl6pPr>
      <a:lvl7pPr marL="4535881" algn="l" defTabSz="1511960" rtl="0" eaLnBrk="1" latinLnBrk="1" hangingPunct="1">
        <a:defRPr sz="2976" kern="1200">
          <a:solidFill>
            <a:schemeClr val="tx1"/>
          </a:solidFill>
          <a:latin typeface="+mn-lt"/>
          <a:ea typeface="+mn-ea"/>
          <a:cs typeface="+mn-cs"/>
        </a:defRPr>
      </a:lvl7pPr>
      <a:lvl8pPr marL="5291861" algn="l" defTabSz="1511960" rtl="0" eaLnBrk="1" latinLnBrk="1" hangingPunct="1">
        <a:defRPr sz="2976" kern="1200">
          <a:solidFill>
            <a:schemeClr val="tx1"/>
          </a:solidFill>
          <a:latin typeface="+mn-lt"/>
          <a:ea typeface="+mn-ea"/>
          <a:cs typeface="+mn-cs"/>
        </a:defRPr>
      </a:lvl8pPr>
      <a:lvl9pPr marL="6047842" algn="l" defTabSz="1511960" rtl="0" eaLnBrk="1" latinLnBrk="1" hangingPunct="1">
        <a:defRPr sz="2976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직사각형 4">
            <a:extLst>
              <a:ext uri="{FF2B5EF4-FFF2-40B4-BE49-F238E27FC236}">
                <a16:creationId xmlns:a16="http://schemas.microsoft.com/office/drawing/2014/main" id="{EB33061B-0D4A-89E1-4CFC-74FA313D6FE0}"/>
              </a:ext>
            </a:extLst>
          </p:cNvPr>
          <p:cNvSpPr/>
          <p:nvPr/>
        </p:nvSpPr>
        <p:spPr>
          <a:xfrm>
            <a:off x="0" y="0"/>
            <a:ext cx="15119350" cy="21383625"/>
          </a:xfrm>
          <a:prstGeom prst="rect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955297DD-2AF7-23A0-CD3C-54DCECCE79B2}"/>
              </a:ext>
            </a:extLst>
          </p:cNvPr>
          <p:cNvSpPr/>
          <p:nvPr/>
        </p:nvSpPr>
        <p:spPr>
          <a:xfrm>
            <a:off x="0" y="0"/>
            <a:ext cx="15119350" cy="2489200"/>
          </a:xfrm>
          <a:prstGeom prst="rect">
            <a:avLst/>
          </a:prstGeom>
          <a:solidFill>
            <a:srgbClr val="00397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06" name="TextBox 205">
            <a:extLst>
              <a:ext uri="{FF2B5EF4-FFF2-40B4-BE49-F238E27FC236}">
                <a16:creationId xmlns:a16="http://schemas.microsoft.com/office/drawing/2014/main" id="{CB84A9C9-0AE1-EFD7-6D7A-4717E12E9F8A}"/>
              </a:ext>
            </a:extLst>
          </p:cNvPr>
          <p:cNvSpPr txBox="1"/>
          <p:nvPr/>
        </p:nvSpPr>
        <p:spPr>
          <a:xfrm>
            <a:off x="660400" y="330200"/>
            <a:ext cx="13792200" cy="2032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>
              <a:lnSpc>
                <a:spcPct val="95000"/>
              </a:lnSpc>
            </a:pPr>
            <a:r>
              <a:rPr lang="en-US" altLang="ko-KR" sz="1150" b="1" spc="300" dirty="0">
                <a:solidFill>
                  <a:srgbClr val="E7A811"/>
                </a:solidFill>
                <a:latin typeface="Aptos" panose="020B0004020202020204" pitchFamily="34" charset="0"/>
                <a:ea typeface="맑은 고딕" panose="020B0503020000020004" pitchFamily="50" charset="-127"/>
              </a:rPr>
              <a:t>SIGPL </a:t>
            </a:r>
            <a:r>
              <a:rPr lang="ko-KR" altLang="en-US" sz="1150" b="1" spc="300" dirty="0">
                <a:solidFill>
                  <a:srgbClr val="E7A811"/>
                </a:solidFill>
                <a:latin typeface="Aptos" panose="020B0004020202020204" pitchFamily="34" charset="0"/>
                <a:ea typeface="맑은 고딕" panose="020B0503020000020004" pitchFamily="50" charset="-127"/>
              </a:rPr>
              <a:t>여름학교 </a:t>
            </a:r>
            <a:r>
              <a:rPr lang="en-US" altLang="ko-KR" sz="1150" b="1" spc="300" dirty="0">
                <a:solidFill>
                  <a:srgbClr val="E7A811"/>
                </a:solidFill>
                <a:latin typeface="Aptos" panose="020B0004020202020204" pitchFamily="34" charset="0"/>
                <a:ea typeface="맑은 고딕" panose="020B0503020000020004" pitchFamily="50" charset="-127"/>
              </a:rPr>
              <a:t>2026   ·   </a:t>
            </a:r>
            <a:r>
              <a:rPr lang="ko-KR" altLang="en-US" sz="1150" b="1" spc="300" dirty="0">
                <a:solidFill>
                  <a:srgbClr val="E7A811"/>
                </a:solidFill>
                <a:latin typeface="Aptos" panose="020B0004020202020204" pitchFamily="34" charset="0"/>
                <a:ea typeface="맑은 고딕" panose="020B0503020000020004" pitchFamily="50" charset="-127"/>
              </a:rPr>
              <a:t>포스터 세션</a:t>
            </a:r>
          </a:p>
        </p:txBody>
      </p:sp>
      <p:sp>
        <p:nvSpPr>
          <p:cNvPr id="207" name="TextBox 206">
            <a:extLst>
              <a:ext uri="{FF2B5EF4-FFF2-40B4-BE49-F238E27FC236}">
                <a16:creationId xmlns:a16="http://schemas.microsoft.com/office/drawing/2014/main" id="{F1D16C82-1BA7-B2A5-C6F6-8A4C92430B06}"/>
              </a:ext>
            </a:extLst>
          </p:cNvPr>
          <p:cNvSpPr txBox="1"/>
          <p:nvPr/>
        </p:nvSpPr>
        <p:spPr>
          <a:xfrm>
            <a:off x="1270000" y="703035"/>
            <a:ext cx="12573000" cy="11430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>
              <a:lnSpc>
                <a:spcPct val="92000"/>
              </a:lnSpc>
            </a:pPr>
            <a:r>
              <a:rPr lang="en-US" altLang="ko-KR" sz="3800" b="1" dirty="0">
                <a:solidFill>
                  <a:srgbClr val="FFFFFF"/>
                </a:solidFill>
                <a:latin typeface="Aptos" panose="020B0004020202020204" pitchFamily="34" charset="0"/>
                <a:ea typeface="맑은 고딕" panose="020B0503020000020004" pitchFamily="50" charset="-127"/>
              </a:rPr>
              <a:t>Big-Step </a:t>
            </a:r>
            <a:r>
              <a:rPr lang="ko-KR" altLang="en-US" sz="3800" b="1" dirty="0">
                <a:solidFill>
                  <a:srgbClr val="FFFFFF"/>
                </a:solidFill>
                <a:latin typeface="Aptos" panose="020B0004020202020204" pitchFamily="34" charset="0"/>
                <a:ea typeface="맑은 고딕" panose="020B0503020000020004" pitchFamily="50" charset="-127"/>
              </a:rPr>
              <a:t>증명나무 합성을 통한 정적 분석기 공격</a:t>
            </a:r>
          </a:p>
        </p:txBody>
      </p:sp>
      <p:cxnSp>
        <p:nvCxnSpPr>
          <p:cNvPr id="209" name="직선 연결선 208">
            <a:extLst>
              <a:ext uri="{FF2B5EF4-FFF2-40B4-BE49-F238E27FC236}">
                <a16:creationId xmlns:a16="http://schemas.microsoft.com/office/drawing/2014/main" id="{E6A308BA-FC33-4A8E-7513-181506A1050C}"/>
              </a:ext>
            </a:extLst>
          </p:cNvPr>
          <p:cNvCxnSpPr>
            <a:cxnSpLocks/>
          </p:cNvCxnSpPr>
          <p:nvPr/>
        </p:nvCxnSpPr>
        <p:spPr>
          <a:xfrm>
            <a:off x="5248656" y="1994408"/>
            <a:ext cx="4614672" cy="0"/>
          </a:xfrm>
          <a:prstGeom prst="line">
            <a:avLst/>
          </a:prstGeom>
          <a:ln w="12700">
            <a:solidFill>
              <a:srgbClr val="476AA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0" name="TextBox 209">
            <a:extLst>
              <a:ext uri="{FF2B5EF4-FFF2-40B4-BE49-F238E27FC236}">
                <a16:creationId xmlns:a16="http://schemas.microsoft.com/office/drawing/2014/main" id="{262BDD8A-64ED-FF24-0B62-2897C0A88038}"/>
              </a:ext>
            </a:extLst>
          </p:cNvPr>
          <p:cNvSpPr txBox="1"/>
          <p:nvPr/>
        </p:nvSpPr>
        <p:spPr>
          <a:xfrm>
            <a:off x="668528" y="2078192"/>
            <a:ext cx="13792200" cy="2540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>
              <a:lnSpc>
                <a:spcPct val="95000"/>
              </a:lnSpc>
            </a:pPr>
            <a:r>
              <a:rPr lang="ko-KR" altLang="en-US" sz="1250" dirty="0">
                <a:solidFill>
                  <a:srgbClr val="D6DEEB"/>
                </a:solidFill>
                <a:latin typeface="Aptos" panose="020B0004020202020204" pitchFamily="34" charset="0"/>
                <a:ea typeface="맑은 고딕" panose="020B0503020000020004" pitchFamily="50" charset="-127"/>
              </a:rPr>
              <a:t>정원준     지도교수  이광근     서울대학교 프로그래밍 연구실 </a:t>
            </a:r>
            <a:r>
              <a:rPr lang="en-US" altLang="ko-KR" sz="1250" dirty="0">
                <a:solidFill>
                  <a:srgbClr val="D6DEEB"/>
                </a:solidFill>
                <a:latin typeface="Aptos" panose="020B0004020202020204" pitchFamily="34" charset="0"/>
                <a:ea typeface="맑은 고딕" panose="020B0503020000020004" pitchFamily="50" charset="-127"/>
              </a:rPr>
              <a:t>ROPAS</a:t>
            </a:r>
            <a:endParaRPr lang="ko-KR" altLang="en-US" sz="1250" dirty="0">
              <a:solidFill>
                <a:srgbClr val="D6DEEB"/>
              </a:solidFill>
              <a:latin typeface="Aptos" panose="020B0004020202020204" pitchFamily="34" charset="0"/>
              <a:ea typeface="맑은 고딕" panose="020B0503020000020004" pitchFamily="50" charset="-127"/>
            </a:endParaRPr>
          </a:p>
        </p:txBody>
      </p:sp>
      <p:sp>
        <p:nvSpPr>
          <p:cNvPr id="212" name="TextBox 211">
            <a:extLst>
              <a:ext uri="{FF2B5EF4-FFF2-40B4-BE49-F238E27FC236}">
                <a16:creationId xmlns:a16="http://schemas.microsoft.com/office/drawing/2014/main" id="{CB698670-33F3-8B93-8E3E-0D66EC5A83E1}"/>
              </a:ext>
            </a:extLst>
          </p:cNvPr>
          <p:cNvSpPr txBox="1"/>
          <p:nvPr/>
        </p:nvSpPr>
        <p:spPr>
          <a:xfrm>
            <a:off x="660400" y="2971800"/>
            <a:ext cx="13792200" cy="5588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>
              <a:lnSpc>
                <a:spcPct val="95000"/>
              </a:lnSpc>
            </a:pPr>
            <a:r>
              <a:rPr lang="ko-KR" altLang="en-US" sz="2500" b="1" dirty="0">
                <a:solidFill>
                  <a:srgbClr val="1A222B"/>
                </a:solidFill>
                <a:latin typeface="Aptos" panose="020B0004020202020204" pitchFamily="34" charset="0"/>
                <a:ea typeface="맑은 고딕" panose="020B0503020000020004" pitchFamily="50" charset="-127"/>
              </a:rPr>
              <a:t>“프로그램을 먼저 합성하면</a:t>
            </a:r>
            <a:r>
              <a:rPr lang="en-US" altLang="ko-KR" sz="2500" b="1" dirty="0">
                <a:solidFill>
                  <a:srgbClr val="1A222B"/>
                </a:solidFill>
                <a:latin typeface="Aptos" panose="020B0004020202020204" pitchFamily="34" charset="0"/>
                <a:ea typeface="맑은 고딕" panose="020B0503020000020004" pitchFamily="50" charset="-127"/>
              </a:rPr>
              <a:t>, </a:t>
            </a:r>
            <a:r>
              <a:rPr lang="ko-KR" altLang="en-US" sz="2500" b="1" dirty="0">
                <a:solidFill>
                  <a:srgbClr val="1A222B"/>
                </a:solidFill>
                <a:latin typeface="Aptos" panose="020B0004020202020204" pitchFamily="34" charset="0"/>
                <a:ea typeface="맑은 고딕" panose="020B0503020000020004" pitchFamily="50" charset="-127"/>
              </a:rPr>
              <a:t>그 프로그램에 실행 의미가</a:t>
            </a:r>
            <a:r>
              <a:rPr lang="en-US" altLang="ko-KR" sz="2500" b="1" dirty="0">
                <a:solidFill>
                  <a:srgbClr val="1A222B"/>
                </a:solidFill>
                <a:latin typeface="Aptos" panose="020B0004020202020204" pitchFamily="34" charset="0"/>
                <a:ea typeface="맑은 고딕" panose="020B0503020000020004" pitchFamily="50" charset="-127"/>
              </a:rPr>
              <a:t> </a:t>
            </a:r>
            <a:r>
              <a:rPr lang="ko-KR" altLang="en-US" sz="2500" b="1" dirty="0">
                <a:solidFill>
                  <a:srgbClr val="1A222B"/>
                </a:solidFill>
                <a:latin typeface="Aptos" panose="020B0004020202020204" pitchFamily="34" charset="0"/>
                <a:ea typeface="맑은 고딕" panose="020B0503020000020004" pitchFamily="50" charset="-127"/>
              </a:rPr>
              <a:t>무엇인지 알 수 없다</a:t>
            </a:r>
            <a:r>
              <a:rPr lang="en-US" altLang="ko-KR" sz="2500" b="1" dirty="0">
                <a:solidFill>
                  <a:srgbClr val="1A222B"/>
                </a:solidFill>
                <a:latin typeface="Aptos" panose="020B0004020202020204" pitchFamily="34" charset="0"/>
                <a:ea typeface="맑은 고딕" panose="020B0503020000020004" pitchFamily="50" charset="-127"/>
              </a:rPr>
              <a:t>.”</a:t>
            </a:r>
            <a:endParaRPr lang="ko-KR" altLang="en-US" sz="2500" b="1" dirty="0">
              <a:solidFill>
                <a:srgbClr val="1A222B"/>
              </a:solidFill>
              <a:latin typeface="Aptos" panose="020B0004020202020204" pitchFamily="34" charset="0"/>
              <a:ea typeface="맑은 고딕" panose="020B0503020000020004" pitchFamily="50" charset="-127"/>
            </a:endParaRPr>
          </a:p>
        </p:txBody>
      </p:sp>
      <p:sp>
        <p:nvSpPr>
          <p:cNvPr id="213" name="TextBox 212">
            <a:extLst>
              <a:ext uri="{FF2B5EF4-FFF2-40B4-BE49-F238E27FC236}">
                <a16:creationId xmlns:a16="http://schemas.microsoft.com/office/drawing/2014/main" id="{7AE4F518-777E-5EA5-6D52-AA4DDD9A20A9}"/>
              </a:ext>
            </a:extLst>
          </p:cNvPr>
          <p:cNvSpPr txBox="1"/>
          <p:nvPr/>
        </p:nvSpPr>
        <p:spPr>
          <a:xfrm>
            <a:off x="660400" y="3520440"/>
            <a:ext cx="13792200" cy="2794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>
              <a:lnSpc>
                <a:spcPct val="95000"/>
              </a:lnSpc>
            </a:pPr>
            <a:r>
              <a:rPr lang="en-US" altLang="ko-KR" sz="1350" dirty="0">
                <a:solidFill>
                  <a:srgbClr val="3E4A57"/>
                </a:solidFill>
                <a:latin typeface="Aptos" panose="020B0004020202020204" pitchFamily="34" charset="0"/>
                <a:ea typeface="맑은 고딕" panose="020B0503020000020004" pitchFamily="50" charset="-127"/>
              </a:rPr>
              <a:t>Rice’s Theorem</a:t>
            </a:r>
            <a:endParaRPr lang="ko-KR" altLang="en-US" sz="1350" dirty="0">
              <a:solidFill>
                <a:srgbClr val="3E4A57"/>
              </a:solidFill>
              <a:latin typeface="Aptos" panose="020B0004020202020204" pitchFamily="34" charset="0"/>
              <a:ea typeface="맑은 고딕" panose="020B0503020000020004" pitchFamily="50" charset="-127"/>
            </a:endParaRPr>
          </a:p>
        </p:txBody>
      </p:sp>
      <p:sp>
        <p:nvSpPr>
          <p:cNvPr id="215" name="TextBox 214">
            <a:extLst>
              <a:ext uri="{FF2B5EF4-FFF2-40B4-BE49-F238E27FC236}">
                <a16:creationId xmlns:a16="http://schemas.microsoft.com/office/drawing/2014/main" id="{8F9688B7-ED7B-F361-7889-20C6FA707291}"/>
              </a:ext>
            </a:extLst>
          </p:cNvPr>
          <p:cNvSpPr txBox="1"/>
          <p:nvPr/>
        </p:nvSpPr>
        <p:spPr>
          <a:xfrm>
            <a:off x="660400" y="4318000"/>
            <a:ext cx="558800" cy="4318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>
              <a:lnSpc>
                <a:spcPct val="95000"/>
              </a:lnSpc>
            </a:pPr>
            <a:r>
              <a:rPr lang="en-US" altLang="ko-KR" sz="2500" b="1" dirty="0">
                <a:solidFill>
                  <a:srgbClr val="E7A811"/>
                </a:solidFill>
                <a:latin typeface="Aptos" panose="020B0004020202020204" pitchFamily="34" charset="0"/>
                <a:ea typeface="맑은 고딕" panose="020B0503020000020004" pitchFamily="50" charset="-127"/>
              </a:rPr>
              <a:t>01</a:t>
            </a:r>
            <a:endParaRPr lang="ko-KR" altLang="en-US" sz="2500" b="1" dirty="0">
              <a:solidFill>
                <a:srgbClr val="E7A811"/>
              </a:solidFill>
              <a:latin typeface="Aptos" panose="020B0004020202020204" pitchFamily="34" charset="0"/>
              <a:ea typeface="맑은 고딕" panose="020B0503020000020004" pitchFamily="50" charset="-127"/>
            </a:endParaRPr>
          </a:p>
        </p:txBody>
      </p:sp>
      <p:sp>
        <p:nvSpPr>
          <p:cNvPr id="216" name="TextBox 215">
            <a:extLst>
              <a:ext uri="{FF2B5EF4-FFF2-40B4-BE49-F238E27FC236}">
                <a16:creationId xmlns:a16="http://schemas.microsoft.com/office/drawing/2014/main" id="{CE8AF1CC-6D71-DDAD-1011-2BA12FFB0C3E}"/>
              </a:ext>
            </a:extLst>
          </p:cNvPr>
          <p:cNvSpPr txBox="1"/>
          <p:nvPr/>
        </p:nvSpPr>
        <p:spPr>
          <a:xfrm>
            <a:off x="1270000" y="4318000"/>
            <a:ext cx="3759200" cy="4318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>
              <a:lnSpc>
                <a:spcPct val="95000"/>
              </a:lnSpc>
            </a:pPr>
            <a:r>
              <a:rPr lang="ko-KR" altLang="en-US" sz="2500" b="1" dirty="0">
                <a:solidFill>
                  <a:srgbClr val="00397F"/>
                </a:solidFill>
                <a:latin typeface="Aptos" panose="020B0004020202020204" pitchFamily="34" charset="0"/>
                <a:ea typeface="맑은 고딕" panose="020B0503020000020004" pitchFamily="50" charset="-127"/>
              </a:rPr>
              <a:t>문제 설정</a:t>
            </a:r>
          </a:p>
        </p:txBody>
      </p:sp>
      <p:sp>
        <p:nvSpPr>
          <p:cNvPr id="217" name="TextBox 216">
            <a:extLst>
              <a:ext uri="{FF2B5EF4-FFF2-40B4-BE49-F238E27FC236}">
                <a16:creationId xmlns:a16="http://schemas.microsoft.com/office/drawing/2014/main" id="{207FF33B-9EB3-8AFD-FCC7-47D88B6CD2F3}"/>
              </a:ext>
            </a:extLst>
          </p:cNvPr>
          <p:cNvSpPr txBox="1"/>
          <p:nvPr/>
        </p:nvSpPr>
        <p:spPr>
          <a:xfrm>
            <a:off x="660400" y="4953000"/>
            <a:ext cx="4368800" cy="558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95000"/>
              </a:lnSpc>
            </a:pPr>
            <a:r>
              <a:rPr lang="ko-KR" altLang="en-US" sz="1350" b="1">
                <a:solidFill>
                  <a:srgbClr val="1A222B"/>
                </a:solidFill>
                <a:latin typeface="Aptos" panose="020B0004020202020204" pitchFamily="34" charset="0"/>
                <a:ea typeface="맑은 고딕" panose="020B0503020000020004" pitchFamily="50" charset="-127"/>
              </a:rPr>
              <a:t>분석기가 가짜 경보를 내거나 안전성을 잃는 가장 작은 프로그램을</a:t>
            </a:r>
            <a:r>
              <a:rPr lang="en-US" altLang="ko-KR" sz="1350" b="1">
                <a:solidFill>
                  <a:srgbClr val="1A222B"/>
                </a:solidFill>
                <a:latin typeface="Aptos" panose="020B0004020202020204" pitchFamily="34" charset="0"/>
                <a:ea typeface="맑은 고딕" panose="020B0503020000020004" pitchFamily="50" charset="-127"/>
              </a:rPr>
              <a:t>, </a:t>
            </a:r>
            <a:r>
              <a:rPr lang="ko-KR" altLang="en-US" sz="1350" b="1">
                <a:solidFill>
                  <a:srgbClr val="1A222B"/>
                </a:solidFill>
                <a:latin typeface="Aptos" panose="020B0004020202020204" pitchFamily="34" charset="0"/>
                <a:ea typeface="맑은 고딕" panose="020B0503020000020004" pitchFamily="50" charset="-127"/>
              </a:rPr>
              <a:t>사람 없이 자동으로 찾는다</a:t>
            </a:r>
            <a:r>
              <a:rPr lang="en-US" altLang="ko-KR" sz="1350" b="1">
                <a:solidFill>
                  <a:srgbClr val="1A222B"/>
                </a:solidFill>
                <a:latin typeface="Aptos" panose="020B0004020202020204" pitchFamily="34" charset="0"/>
                <a:ea typeface="맑은 고딕" panose="020B0503020000020004" pitchFamily="50" charset="-127"/>
              </a:rPr>
              <a:t>.</a:t>
            </a:r>
            <a:endParaRPr lang="ko-KR" altLang="en-US" sz="1350" b="1">
              <a:solidFill>
                <a:srgbClr val="1A222B"/>
              </a:solidFill>
              <a:latin typeface="Aptos" panose="020B0004020202020204" pitchFamily="34" charset="0"/>
              <a:ea typeface="맑은 고딕" panose="020B0503020000020004" pitchFamily="50" charset="-127"/>
            </a:endParaRPr>
          </a:p>
        </p:txBody>
      </p:sp>
      <p:sp>
        <p:nvSpPr>
          <p:cNvPr id="218" name="TextBox 217">
            <a:extLst>
              <a:ext uri="{FF2B5EF4-FFF2-40B4-BE49-F238E27FC236}">
                <a16:creationId xmlns:a16="http://schemas.microsoft.com/office/drawing/2014/main" id="{C7D2DD36-4665-7E90-DFD5-655E62D4C3DA}"/>
              </a:ext>
            </a:extLst>
          </p:cNvPr>
          <p:cNvSpPr txBox="1"/>
          <p:nvPr/>
        </p:nvSpPr>
        <p:spPr>
          <a:xfrm>
            <a:off x="660400" y="5664200"/>
            <a:ext cx="4368800" cy="660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95000"/>
              </a:lnSpc>
            </a:pPr>
            <a:r>
              <a:rPr lang="ko-KR" altLang="en-US" sz="1100">
                <a:solidFill>
                  <a:srgbClr val="3E4A57"/>
                </a:solidFill>
                <a:latin typeface="Aptos" panose="020B0004020202020204" pitchFamily="34" charset="0"/>
                <a:ea typeface="맑은 고딕" panose="020B0503020000020004" pitchFamily="50" charset="-127"/>
              </a:rPr>
              <a:t>분석기는 </a:t>
            </a:r>
            <a:r>
              <a:rPr lang="en-US" altLang="ko-KR" sz="1100">
                <a:solidFill>
                  <a:srgbClr val="3E4A57"/>
                </a:solidFill>
                <a:latin typeface="Aptos" panose="020B0004020202020204" pitchFamily="34" charset="0"/>
                <a:ea typeface="맑은 고딕" panose="020B0503020000020004" pitchFamily="50" charset="-127"/>
              </a:rPr>
              <a:t>C</a:t>
            </a:r>
            <a:r>
              <a:rPr lang="ko-KR" altLang="en-US" sz="1100">
                <a:solidFill>
                  <a:srgbClr val="3E4A57"/>
                </a:solidFill>
                <a:latin typeface="Aptos" panose="020B0004020202020204" pitchFamily="34" charset="0"/>
                <a:ea typeface="맑은 고딕" panose="020B0503020000020004" pitchFamily="50" charset="-127"/>
              </a:rPr>
              <a:t>를 분석하지만</a:t>
            </a:r>
            <a:r>
              <a:rPr lang="en-US" altLang="ko-KR" sz="1100">
                <a:solidFill>
                  <a:srgbClr val="3E4A57"/>
                </a:solidFill>
                <a:latin typeface="Aptos" panose="020B0004020202020204" pitchFamily="34" charset="0"/>
                <a:ea typeface="맑은 고딕" panose="020B0503020000020004" pitchFamily="50" charset="-127"/>
              </a:rPr>
              <a:t>, </a:t>
            </a:r>
            <a:r>
              <a:rPr lang="ko-KR" altLang="en-US" sz="1100">
                <a:solidFill>
                  <a:srgbClr val="3E4A57"/>
                </a:solidFill>
                <a:latin typeface="Aptos" panose="020B0004020202020204" pitchFamily="34" charset="0"/>
                <a:ea typeface="맑은 고딕" panose="020B0503020000020004" pitchFamily="50" charset="-127"/>
              </a:rPr>
              <a:t>실제 분석은 </a:t>
            </a:r>
            <a:r>
              <a:rPr lang="en-US" altLang="ko-KR" sz="1100">
                <a:solidFill>
                  <a:srgbClr val="3E4A57"/>
                </a:solidFill>
                <a:latin typeface="Aptos" panose="020B0004020202020204" pitchFamily="34" charset="0"/>
                <a:ea typeface="맑은 고딕" panose="020B0503020000020004" pitchFamily="50" charset="-127"/>
              </a:rPr>
              <a:t>C</a:t>
            </a:r>
            <a:r>
              <a:rPr lang="ko-KR" altLang="en-US" sz="1100">
                <a:solidFill>
                  <a:srgbClr val="3E4A57"/>
                </a:solidFill>
                <a:latin typeface="Aptos" panose="020B0004020202020204" pitchFamily="34" charset="0"/>
                <a:ea typeface="맑은 고딕" panose="020B0503020000020004" pitchFamily="50" charset="-127"/>
              </a:rPr>
              <a:t>를 단순화한 </a:t>
            </a:r>
            <a:r>
              <a:rPr lang="en-US" altLang="ko-KR" sz="1100">
                <a:solidFill>
                  <a:srgbClr val="3E4A57"/>
                </a:solidFill>
                <a:latin typeface="Aptos" panose="020B0004020202020204" pitchFamily="34" charset="0"/>
                <a:ea typeface="맑은 고딕" panose="020B0503020000020004" pitchFamily="50" charset="-127"/>
              </a:rPr>
              <a:t>CIL</a:t>
            </a:r>
            <a:r>
              <a:rPr lang="ko-KR" altLang="en-US" sz="1100">
                <a:solidFill>
                  <a:srgbClr val="3E4A57"/>
                </a:solidFill>
                <a:latin typeface="Aptos" panose="020B0004020202020204" pitchFamily="34" charset="0"/>
                <a:ea typeface="맑은 고딕" panose="020B0503020000020004" pitchFamily="50" charset="-127"/>
              </a:rPr>
              <a:t>과 그로부터 만든 </a:t>
            </a:r>
            <a:r>
              <a:rPr lang="en-US" altLang="ko-KR" sz="1100">
                <a:solidFill>
                  <a:srgbClr val="3E4A57"/>
                </a:solidFill>
                <a:latin typeface="Aptos" panose="020B0004020202020204" pitchFamily="34" charset="0"/>
                <a:ea typeface="맑은 고딕" panose="020B0503020000020004" pitchFamily="50" charset="-127"/>
              </a:rPr>
              <a:t>CFG </a:t>
            </a:r>
            <a:r>
              <a:rPr lang="ko-KR" altLang="en-US" sz="1100">
                <a:solidFill>
                  <a:srgbClr val="3E4A57"/>
                </a:solidFill>
                <a:latin typeface="Aptos" panose="020B0004020202020204" pitchFamily="34" charset="0"/>
                <a:ea typeface="맑은 고딕" panose="020B0503020000020004" pitchFamily="50" charset="-127"/>
              </a:rPr>
              <a:t>위에서 일어난다</a:t>
            </a:r>
            <a:r>
              <a:rPr lang="en-US" altLang="ko-KR" sz="1100">
                <a:solidFill>
                  <a:srgbClr val="3E4A57"/>
                </a:solidFill>
                <a:latin typeface="Aptos" panose="020B0004020202020204" pitchFamily="34" charset="0"/>
                <a:ea typeface="맑은 고딕" panose="020B0503020000020004" pitchFamily="50" charset="-127"/>
              </a:rPr>
              <a:t>. </a:t>
            </a:r>
            <a:r>
              <a:rPr lang="ko-KR" altLang="en-US" sz="1100">
                <a:solidFill>
                  <a:srgbClr val="3E4A57"/>
                </a:solidFill>
                <a:latin typeface="Aptos" panose="020B0004020202020204" pitchFamily="34" charset="0"/>
                <a:ea typeface="맑은 고딕" panose="020B0503020000020004" pitchFamily="50" charset="-127"/>
              </a:rPr>
              <a:t>모든 </a:t>
            </a:r>
            <a:r>
              <a:rPr lang="en-US" altLang="ko-KR" sz="1100">
                <a:solidFill>
                  <a:srgbClr val="3E4A57"/>
                </a:solidFill>
                <a:latin typeface="Aptos" panose="020B0004020202020204" pitchFamily="34" charset="0"/>
                <a:ea typeface="맑은 고딕" panose="020B0503020000020004" pitchFamily="50" charset="-127"/>
              </a:rPr>
              <a:t>C </a:t>
            </a:r>
            <a:r>
              <a:rPr lang="ko-KR" altLang="en-US" sz="1100">
                <a:solidFill>
                  <a:srgbClr val="3E4A57"/>
                </a:solidFill>
                <a:latin typeface="Aptos" panose="020B0004020202020204" pitchFamily="34" charset="0"/>
                <a:ea typeface="맑은 고딕" panose="020B0503020000020004" pitchFamily="50" charset="-127"/>
              </a:rPr>
              <a:t>문법이 공격에 필요한 것은 아니다</a:t>
            </a:r>
            <a:r>
              <a:rPr lang="en-US" altLang="ko-KR" sz="1100">
                <a:solidFill>
                  <a:srgbClr val="3E4A57"/>
                </a:solidFill>
                <a:latin typeface="Aptos" panose="020B0004020202020204" pitchFamily="34" charset="0"/>
                <a:ea typeface="맑은 고딕" panose="020B0503020000020004" pitchFamily="50" charset="-127"/>
              </a:rPr>
              <a:t>.</a:t>
            </a:r>
            <a:endParaRPr lang="ko-KR" altLang="en-US" sz="1100">
              <a:solidFill>
                <a:srgbClr val="3E4A57"/>
              </a:solidFill>
              <a:latin typeface="Aptos" panose="020B0004020202020204" pitchFamily="34" charset="0"/>
              <a:ea typeface="맑은 고딕" panose="020B0503020000020004" pitchFamily="50" charset="-127"/>
            </a:endParaRPr>
          </a:p>
        </p:txBody>
      </p:sp>
      <p:sp>
        <p:nvSpPr>
          <p:cNvPr id="219" name="TextBox 218">
            <a:extLst>
              <a:ext uri="{FF2B5EF4-FFF2-40B4-BE49-F238E27FC236}">
                <a16:creationId xmlns:a16="http://schemas.microsoft.com/office/drawing/2014/main" id="{99CFBEFB-B13B-099F-AEBE-4C09683F1DAB}"/>
              </a:ext>
            </a:extLst>
          </p:cNvPr>
          <p:cNvSpPr txBox="1"/>
          <p:nvPr/>
        </p:nvSpPr>
        <p:spPr>
          <a:xfrm>
            <a:off x="660400" y="6426200"/>
            <a:ext cx="2540000" cy="177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95000"/>
              </a:lnSpc>
            </a:pPr>
            <a:r>
              <a:rPr lang="ko-KR" altLang="en-US" sz="950" b="1" spc="120">
                <a:solidFill>
                  <a:srgbClr val="7C8A99"/>
                </a:solidFill>
                <a:latin typeface="Aptos" panose="020B0004020202020204" pitchFamily="34" charset="0"/>
                <a:ea typeface="맑은 고딕" panose="020B0503020000020004" pitchFamily="50" charset="-127"/>
              </a:rPr>
              <a:t>실제 분석 경로</a:t>
            </a:r>
          </a:p>
        </p:txBody>
      </p:sp>
      <p:sp>
        <p:nvSpPr>
          <p:cNvPr id="220" name="사각형: 둥근 모서리 219">
            <a:extLst>
              <a:ext uri="{FF2B5EF4-FFF2-40B4-BE49-F238E27FC236}">
                <a16:creationId xmlns:a16="http://schemas.microsoft.com/office/drawing/2014/main" id="{23A6CA6A-57D3-8B40-306B-FDF900477746}"/>
              </a:ext>
            </a:extLst>
          </p:cNvPr>
          <p:cNvSpPr/>
          <p:nvPr/>
        </p:nvSpPr>
        <p:spPr>
          <a:xfrm>
            <a:off x="660400" y="6680200"/>
            <a:ext cx="609600" cy="3810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2700">
            <a:solidFill>
              <a:srgbClr val="C3CFD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21" name="TextBox 220">
            <a:extLst>
              <a:ext uri="{FF2B5EF4-FFF2-40B4-BE49-F238E27FC236}">
                <a16:creationId xmlns:a16="http://schemas.microsoft.com/office/drawing/2014/main" id="{055D4799-4755-4AEC-1796-CB50AD7A9420}"/>
              </a:ext>
            </a:extLst>
          </p:cNvPr>
          <p:cNvSpPr txBox="1"/>
          <p:nvPr/>
        </p:nvSpPr>
        <p:spPr>
          <a:xfrm>
            <a:off x="660400" y="6680200"/>
            <a:ext cx="609600" cy="3810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>
              <a:lnSpc>
                <a:spcPct val="95000"/>
              </a:lnSpc>
            </a:pPr>
            <a:r>
              <a:rPr lang="en-US" altLang="ko-KR" sz="1200" b="1">
                <a:solidFill>
                  <a:srgbClr val="00397F"/>
                </a:solidFill>
                <a:latin typeface="Aptos" panose="020B0004020202020204" pitchFamily="34" charset="0"/>
                <a:ea typeface="맑은 고딕" panose="020B0503020000020004" pitchFamily="50" charset="-127"/>
              </a:rPr>
              <a:t>C</a:t>
            </a:r>
            <a:endParaRPr lang="ko-KR" altLang="en-US" sz="1200" b="1">
              <a:solidFill>
                <a:srgbClr val="00397F"/>
              </a:solidFill>
              <a:latin typeface="Aptos" panose="020B0004020202020204" pitchFamily="34" charset="0"/>
              <a:ea typeface="맑은 고딕" panose="020B0503020000020004" pitchFamily="50" charset="-127"/>
            </a:endParaRPr>
          </a:p>
        </p:txBody>
      </p:sp>
      <p:cxnSp>
        <p:nvCxnSpPr>
          <p:cNvPr id="222" name="직선 연결선 221">
            <a:extLst>
              <a:ext uri="{FF2B5EF4-FFF2-40B4-BE49-F238E27FC236}">
                <a16:creationId xmlns:a16="http://schemas.microsoft.com/office/drawing/2014/main" id="{58DEDA3D-F8FE-3319-EAAD-F2CB6076809B}"/>
              </a:ext>
            </a:extLst>
          </p:cNvPr>
          <p:cNvCxnSpPr/>
          <p:nvPr/>
        </p:nvCxnSpPr>
        <p:spPr>
          <a:xfrm>
            <a:off x="1320800" y="6870700"/>
            <a:ext cx="177800" cy="0"/>
          </a:xfrm>
          <a:prstGeom prst="line">
            <a:avLst/>
          </a:prstGeom>
          <a:ln w="15240">
            <a:solidFill>
              <a:srgbClr val="476AAD"/>
            </a:solidFill>
            <a:tailEnd type="arrow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3" name="사각형: 둥근 모서리 222">
            <a:extLst>
              <a:ext uri="{FF2B5EF4-FFF2-40B4-BE49-F238E27FC236}">
                <a16:creationId xmlns:a16="http://schemas.microsoft.com/office/drawing/2014/main" id="{C1AAE1F0-E783-AF7A-3B20-E7EBA2770A31}"/>
              </a:ext>
            </a:extLst>
          </p:cNvPr>
          <p:cNvSpPr/>
          <p:nvPr/>
        </p:nvSpPr>
        <p:spPr>
          <a:xfrm>
            <a:off x="1549400" y="6680200"/>
            <a:ext cx="711200" cy="3810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2700">
            <a:solidFill>
              <a:srgbClr val="C3CFD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24" name="TextBox 223">
            <a:extLst>
              <a:ext uri="{FF2B5EF4-FFF2-40B4-BE49-F238E27FC236}">
                <a16:creationId xmlns:a16="http://schemas.microsoft.com/office/drawing/2014/main" id="{04C109AA-A7DF-65E0-83D7-70BAB206FED4}"/>
              </a:ext>
            </a:extLst>
          </p:cNvPr>
          <p:cNvSpPr txBox="1"/>
          <p:nvPr/>
        </p:nvSpPr>
        <p:spPr>
          <a:xfrm>
            <a:off x="1549400" y="6680200"/>
            <a:ext cx="711200" cy="3810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>
              <a:lnSpc>
                <a:spcPct val="95000"/>
              </a:lnSpc>
            </a:pPr>
            <a:r>
              <a:rPr lang="en-US" altLang="ko-KR" sz="1200" b="1">
                <a:solidFill>
                  <a:srgbClr val="00397F"/>
                </a:solidFill>
                <a:latin typeface="Aptos" panose="020B0004020202020204" pitchFamily="34" charset="0"/>
                <a:ea typeface="맑은 고딕" panose="020B0503020000020004" pitchFamily="50" charset="-127"/>
              </a:rPr>
              <a:t>CIL</a:t>
            </a:r>
            <a:endParaRPr lang="ko-KR" altLang="en-US" sz="1200" b="1">
              <a:solidFill>
                <a:srgbClr val="00397F"/>
              </a:solidFill>
              <a:latin typeface="Aptos" panose="020B0004020202020204" pitchFamily="34" charset="0"/>
              <a:ea typeface="맑은 고딕" panose="020B0503020000020004" pitchFamily="50" charset="-127"/>
            </a:endParaRPr>
          </a:p>
        </p:txBody>
      </p:sp>
      <p:cxnSp>
        <p:nvCxnSpPr>
          <p:cNvPr id="225" name="직선 연결선 224">
            <a:extLst>
              <a:ext uri="{FF2B5EF4-FFF2-40B4-BE49-F238E27FC236}">
                <a16:creationId xmlns:a16="http://schemas.microsoft.com/office/drawing/2014/main" id="{D170EBA9-4567-735C-2097-5884AD00D6E6}"/>
              </a:ext>
            </a:extLst>
          </p:cNvPr>
          <p:cNvCxnSpPr/>
          <p:nvPr/>
        </p:nvCxnSpPr>
        <p:spPr>
          <a:xfrm>
            <a:off x="2311400" y="6870700"/>
            <a:ext cx="177800" cy="0"/>
          </a:xfrm>
          <a:prstGeom prst="line">
            <a:avLst/>
          </a:prstGeom>
          <a:ln w="15240">
            <a:solidFill>
              <a:srgbClr val="476AAD"/>
            </a:solidFill>
            <a:tailEnd type="arrow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6" name="사각형: 둥근 모서리 225">
            <a:extLst>
              <a:ext uri="{FF2B5EF4-FFF2-40B4-BE49-F238E27FC236}">
                <a16:creationId xmlns:a16="http://schemas.microsoft.com/office/drawing/2014/main" id="{5D894C1C-D0D7-4628-C03A-9E59DCAE355A}"/>
              </a:ext>
            </a:extLst>
          </p:cNvPr>
          <p:cNvSpPr/>
          <p:nvPr/>
        </p:nvSpPr>
        <p:spPr>
          <a:xfrm>
            <a:off x="2540000" y="6680200"/>
            <a:ext cx="736600" cy="3810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2700">
            <a:solidFill>
              <a:srgbClr val="C3CFD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27" name="TextBox 226">
            <a:extLst>
              <a:ext uri="{FF2B5EF4-FFF2-40B4-BE49-F238E27FC236}">
                <a16:creationId xmlns:a16="http://schemas.microsoft.com/office/drawing/2014/main" id="{89726C2C-CB00-B79D-1324-5846E4578545}"/>
              </a:ext>
            </a:extLst>
          </p:cNvPr>
          <p:cNvSpPr txBox="1"/>
          <p:nvPr/>
        </p:nvSpPr>
        <p:spPr>
          <a:xfrm>
            <a:off x="2540000" y="6680200"/>
            <a:ext cx="736600" cy="3810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>
              <a:lnSpc>
                <a:spcPct val="95000"/>
              </a:lnSpc>
            </a:pPr>
            <a:r>
              <a:rPr lang="en-US" altLang="ko-KR" sz="1200" b="1">
                <a:solidFill>
                  <a:srgbClr val="00397F"/>
                </a:solidFill>
                <a:latin typeface="Aptos" panose="020B0004020202020204" pitchFamily="34" charset="0"/>
                <a:ea typeface="맑은 고딕" panose="020B0503020000020004" pitchFamily="50" charset="-127"/>
              </a:rPr>
              <a:t>CFG</a:t>
            </a:r>
            <a:endParaRPr lang="ko-KR" altLang="en-US" sz="1200" b="1">
              <a:solidFill>
                <a:srgbClr val="00397F"/>
              </a:solidFill>
              <a:latin typeface="Aptos" panose="020B0004020202020204" pitchFamily="34" charset="0"/>
              <a:ea typeface="맑은 고딕" panose="020B0503020000020004" pitchFamily="50" charset="-127"/>
            </a:endParaRPr>
          </a:p>
        </p:txBody>
      </p:sp>
      <p:cxnSp>
        <p:nvCxnSpPr>
          <p:cNvPr id="228" name="직선 연결선 227">
            <a:extLst>
              <a:ext uri="{FF2B5EF4-FFF2-40B4-BE49-F238E27FC236}">
                <a16:creationId xmlns:a16="http://schemas.microsoft.com/office/drawing/2014/main" id="{015A30C2-0BFD-CA48-6CFF-5ED02309BF07}"/>
              </a:ext>
            </a:extLst>
          </p:cNvPr>
          <p:cNvCxnSpPr/>
          <p:nvPr/>
        </p:nvCxnSpPr>
        <p:spPr>
          <a:xfrm>
            <a:off x="3327400" y="6870700"/>
            <a:ext cx="177800" cy="0"/>
          </a:xfrm>
          <a:prstGeom prst="line">
            <a:avLst/>
          </a:prstGeom>
          <a:ln w="15240">
            <a:solidFill>
              <a:srgbClr val="476AAD"/>
            </a:solidFill>
            <a:tailEnd type="arrow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9" name="사각형: 둥근 모서리 228">
            <a:extLst>
              <a:ext uri="{FF2B5EF4-FFF2-40B4-BE49-F238E27FC236}">
                <a16:creationId xmlns:a16="http://schemas.microsoft.com/office/drawing/2014/main" id="{24013F1B-7CDB-9119-B466-F98E5FCFB25A}"/>
              </a:ext>
            </a:extLst>
          </p:cNvPr>
          <p:cNvSpPr/>
          <p:nvPr/>
        </p:nvSpPr>
        <p:spPr>
          <a:xfrm>
            <a:off x="3556000" y="6680200"/>
            <a:ext cx="965200" cy="381000"/>
          </a:xfrm>
          <a:prstGeom prst="roundRect">
            <a:avLst>
              <a:gd name="adj" fmla="val 20000"/>
            </a:avLst>
          </a:prstGeom>
          <a:solidFill>
            <a:srgbClr val="00397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30" name="TextBox 229">
            <a:extLst>
              <a:ext uri="{FF2B5EF4-FFF2-40B4-BE49-F238E27FC236}">
                <a16:creationId xmlns:a16="http://schemas.microsoft.com/office/drawing/2014/main" id="{3017327F-53B8-03DC-2908-5EFA0437862A}"/>
              </a:ext>
            </a:extLst>
          </p:cNvPr>
          <p:cNvSpPr txBox="1"/>
          <p:nvPr/>
        </p:nvSpPr>
        <p:spPr>
          <a:xfrm>
            <a:off x="3556000" y="6680200"/>
            <a:ext cx="965200" cy="3810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>
              <a:lnSpc>
                <a:spcPct val="95000"/>
              </a:lnSpc>
            </a:pPr>
            <a:r>
              <a:rPr lang="ko-KR" altLang="en-US" sz="1100" b="1">
                <a:solidFill>
                  <a:srgbClr val="FFFFFF"/>
                </a:solidFill>
                <a:latin typeface="Aptos" panose="020B0004020202020204" pitchFamily="34" charset="0"/>
                <a:ea typeface="맑은 고딕" panose="020B0503020000020004" pitchFamily="50" charset="-127"/>
              </a:rPr>
              <a:t>분석기</a:t>
            </a:r>
          </a:p>
        </p:txBody>
      </p:sp>
      <p:sp>
        <p:nvSpPr>
          <p:cNvPr id="231" name="TextBox 230">
            <a:extLst>
              <a:ext uri="{FF2B5EF4-FFF2-40B4-BE49-F238E27FC236}">
                <a16:creationId xmlns:a16="http://schemas.microsoft.com/office/drawing/2014/main" id="{EE985459-9481-271B-B627-D83701BCB419}"/>
              </a:ext>
            </a:extLst>
          </p:cNvPr>
          <p:cNvSpPr txBox="1"/>
          <p:nvPr/>
        </p:nvSpPr>
        <p:spPr>
          <a:xfrm>
            <a:off x="660400" y="7188200"/>
            <a:ext cx="4368800" cy="254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95000"/>
              </a:lnSpc>
            </a:pPr>
            <a:r>
              <a:rPr lang="ko-KR" altLang="en-US" sz="1050">
                <a:solidFill>
                  <a:srgbClr val="7C8A99"/>
                </a:solidFill>
                <a:latin typeface="Aptos" panose="020B0004020202020204" pitchFamily="34" charset="0"/>
                <a:ea typeface="맑은 고딕" panose="020B0503020000020004" pitchFamily="50" charset="-127"/>
              </a:rPr>
              <a:t>분석 대상은 </a:t>
            </a:r>
            <a:r>
              <a:rPr lang="en-US" altLang="ko-KR" sz="1050">
                <a:solidFill>
                  <a:srgbClr val="7C8A99"/>
                </a:solidFill>
                <a:latin typeface="Aptos" panose="020B0004020202020204" pitchFamily="34" charset="0"/>
                <a:ea typeface="맑은 고딕" panose="020B0503020000020004" pitchFamily="50" charset="-127"/>
              </a:rPr>
              <a:t>C</a:t>
            </a:r>
            <a:r>
              <a:rPr lang="ko-KR" altLang="en-US" sz="1050">
                <a:solidFill>
                  <a:srgbClr val="7C8A99"/>
                </a:solidFill>
                <a:latin typeface="Aptos" panose="020B0004020202020204" pitchFamily="34" charset="0"/>
                <a:ea typeface="맑은 고딕" panose="020B0503020000020004" pitchFamily="50" charset="-127"/>
              </a:rPr>
              <a:t>가 아니라</a:t>
            </a:r>
            <a:r>
              <a:rPr lang="en-US" altLang="ko-KR" sz="1050">
                <a:solidFill>
                  <a:srgbClr val="7C8A99"/>
                </a:solidFill>
                <a:latin typeface="Aptos" panose="020B0004020202020204" pitchFamily="34" charset="0"/>
                <a:ea typeface="맑은 고딕" panose="020B0503020000020004" pitchFamily="50" charset="-127"/>
              </a:rPr>
              <a:t>, </a:t>
            </a:r>
            <a:r>
              <a:rPr lang="ko-KR" altLang="en-US" sz="1050">
                <a:solidFill>
                  <a:srgbClr val="7C8A99"/>
                </a:solidFill>
                <a:latin typeface="Aptos" panose="020B0004020202020204" pitchFamily="34" charset="0"/>
                <a:ea typeface="맑은 고딕" panose="020B0503020000020004" pitchFamily="50" charset="-127"/>
              </a:rPr>
              <a:t>그 아래로 내려간 </a:t>
            </a:r>
            <a:r>
              <a:rPr lang="en-US" altLang="ko-KR" sz="1050">
                <a:solidFill>
                  <a:srgbClr val="7C8A99"/>
                </a:solidFill>
                <a:latin typeface="Aptos" panose="020B0004020202020204" pitchFamily="34" charset="0"/>
                <a:ea typeface="맑은 고딕" panose="020B0503020000020004" pitchFamily="50" charset="-127"/>
              </a:rPr>
              <a:t>CIL</a:t>
            </a:r>
            <a:r>
              <a:rPr lang="ko-KR" altLang="en-US" sz="1050">
                <a:solidFill>
                  <a:srgbClr val="7C8A99"/>
                </a:solidFill>
                <a:latin typeface="Aptos" panose="020B0004020202020204" pitchFamily="34" charset="0"/>
                <a:ea typeface="맑은 고딕" panose="020B0503020000020004" pitchFamily="50" charset="-127"/>
              </a:rPr>
              <a:t>과 </a:t>
            </a:r>
            <a:r>
              <a:rPr lang="en-US" altLang="ko-KR" sz="1050">
                <a:solidFill>
                  <a:srgbClr val="7C8A99"/>
                </a:solidFill>
                <a:latin typeface="Aptos" panose="020B0004020202020204" pitchFamily="34" charset="0"/>
                <a:ea typeface="맑은 고딕" panose="020B0503020000020004" pitchFamily="50" charset="-127"/>
              </a:rPr>
              <a:t>CFG</a:t>
            </a:r>
            <a:r>
              <a:rPr lang="ko-KR" altLang="en-US" sz="1050">
                <a:solidFill>
                  <a:srgbClr val="7C8A99"/>
                </a:solidFill>
                <a:latin typeface="Aptos" panose="020B0004020202020204" pitchFamily="34" charset="0"/>
                <a:ea typeface="맑은 고딕" panose="020B0503020000020004" pitchFamily="50" charset="-127"/>
              </a:rPr>
              <a:t>다</a:t>
            </a:r>
            <a:r>
              <a:rPr lang="en-US" altLang="ko-KR" sz="1050">
                <a:solidFill>
                  <a:srgbClr val="7C8A99"/>
                </a:solidFill>
                <a:latin typeface="Aptos" panose="020B0004020202020204" pitchFamily="34" charset="0"/>
                <a:ea typeface="맑은 고딕" panose="020B0503020000020004" pitchFamily="50" charset="-127"/>
              </a:rPr>
              <a:t>.</a:t>
            </a:r>
            <a:endParaRPr lang="ko-KR" altLang="en-US" sz="1050">
              <a:solidFill>
                <a:srgbClr val="7C8A99"/>
              </a:solidFill>
              <a:latin typeface="Aptos" panose="020B0004020202020204" pitchFamily="34" charset="0"/>
              <a:ea typeface="맑은 고딕" panose="020B0503020000020004" pitchFamily="50" charset="-127"/>
            </a:endParaRPr>
          </a:p>
        </p:txBody>
      </p:sp>
      <p:sp>
        <p:nvSpPr>
          <p:cNvPr id="232" name="사각형: 둥근 모서리 231">
            <a:extLst>
              <a:ext uri="{FF2B5EF4-FFF2-40B4-BE49-F238E27FC236}">
                <a16:creationId xmlns:a16="http://schemas.microsoft.com/office/drawing/2014/main" id="{7B42D23D-E9C6-5BB0-5D44-FA6EC59563B2}"/>
              </a:ext>
            </a:extLst>
          </p:cNvPr>
          <p:cNvSpPr/>
          <p:nvPr/>
        </p:nvSpPr>
        <p:spPr>
          <a:xfrm>
            <a:off x="660400" y="7569200"/>
            <a:ext cx="4368800" cy="736600"/>
          </a:xfrm>
          <a:prstGeom prst="roundRect">
            <a:avLst>
              <a:gd name="adj" fmla="val 13793"/>
            </a:avLst>
          </a:prstGeom>
          <a:solidFill>
            <a:srgbClr val="D6DEEB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33" name="TextBox 232">
            <a:extLst>
              <a:ext uri="{FF2B5EF4-FFF2-40B4-BE49-F238E27FC236}">
                <a16:creationId xmlns:a16="http://schemas.microsoft.com/office/drawing/2014/main" id="{261094AD-5233-F5F7-0F55-6597125C6F89}"/>
              </a:ext>
            </a:extLst>
          </p:cNvPr>
          <p:cNvSpPr txBox="1"/>
          <p:nvPr/>
        </p:nvSpPr>
        <p:spPr>
          <a:xfrm>
            <a:off x="863600" y="7569200"/>
            <a:ext cx="3962400" cy="7366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>
              <a:lnSpc>
                <a:spcPct val="95000"/>
              </a:lnSpc>
            </a:pPr>
            <a:r>
              <a:rPr lang="ko-KR" altLang="en-US" sz="1250" b="1">
                <a:solidFill>
                  <a:srgbClr val="00397F"/>
                </a:solidFill>
                <a:latin typeface="Aptos" panose="020B0004020202020204" pitchFamily="34" charset="0"/>
                <a:ea typeface="맑은 고딕" panose="020B0503020000020004" pitchFamily="50" charset="-127"/>
              </a:rPr>
              <a:t>그래서 공격에 필요한 만큼만 담은 더 작은 언어 </a:t>
            </a:r>
            <a:r>
              <a:rPr lang="en-US" altLang="ko-KR" sz="1250" b="1">
                <a:solidFill>
                  <a:srgbClr val="00397F"/>
                </a:solidFill>
                <a:latin typeface="Aptos" panose="020B0004020202020204" pitchFamily="34" charset="0"/>
                <a:ea typeface="맑은 고딕" panose="020B0503020000020004" pitchFamily="50" charset="-127"/>
              </a:rPr>
              <a:t>CIL--</a:t>
            </a:r>
            <a:r>
              <a:rPr lang="ko-KR" altLang="en-US" sz="1250" b="1">
                <a:solidFill>
                  <a:srgbClr val="00397F"/>
                </a:solidFill>
                <a:latin typeface="Aptos" panose="020B0004020202020204" pitchFamily="34" charset="0"/>
                <a:ea typeface="맑은 고딕" panose="020B0503020000020004" pitchFamily="50" charset="-127"/>
              </a:rPr>
              <a:t>를 새로 정의한다</a:t>
            </a:r>
            <a:r>
              <a:rPr lang="en-US" altLang="ko-KR" sz="1250" b="1">
                <a:solidFill>
                  <a:srgbClr val="00397F"/>
                </a:solidFill>
                <a:latin typeface="Aptos" panose="020B0004020202020204" pitchFamily="34" charset="0"/>
                <a:ea typeface="맑은 고딕" panose="020B0503020000020004" pitchFamily="50" charset="-127"/>
              </a:rPr>
              <a:t>.</a:t>
            </a:r>
            <a:endParaRPr lang="ko-KR" altLang="en-US" sz="1250" b="1">
              <a:solidFill>
                <a:srgbClr val="00397F"/>
              </a:solidFill>
              <a:latin typeface="Aptos" panose="020B0004020202020204" pitchFamily="34" charset="0"/>
              <a:ea typeface="맑은 고딕" panose="020B0503020000020004" pitchFamily="50" charset="-127"/>
            </a:endParaRPr>
          </a:p>
        </p:txBody>
      </p:sp>
      <p:sp>
        <p:nvSpPr>
          <p:cNvPr id="234" name="TextBox 233">
            <a:extLst>
              <a:ext uri="{FF2B5EF4-FFF2-40B4-BE49-F238E27FC236}">
                <a16:creationId xmlns:a16="http://schemas.microsoft.com/office/drawing/2014/main" id="{FAFC7BFB-D278-CF04-FBB3-225985D4FE83}"/>
              </a:ext>
            </a:extLst>
          </p:cNvPr>
          <p:cNvSpPr txBox="1"/>
          <p:nvPr/>
        </p:nvSpPr>
        <p:spPr>
          <a:xfrm>
            <a:off x="660400" y="8432800"/>
            <a:ext cx="4368800" cy="431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95000"/>
              </a:lnSpc>
            </a:pPr>
            <a:r>
              <a:rPr lang="ko-KR" altLang="en-US" sz="1050">
                <a:solidFill>
                  <a:srgbClr val="3E4A57"/>
                </a:solidFill>
                <a:latin typeface="Aptos" panose="020B0004020202020204" pitchFamily="34" charset="0"/>
                <a:ea typeface="맑은 고딕" panose="020B0503020000020004" pitchFamily="50" charset="-127"/>
              </a:rPr>
              <a:t>찾아낸 공격은 분석기를 강화하는 지침이 되고</a:t>
            </a:r>
            <a:r>
              <a:rPr lang="en-US" altLang="ko-KR" sz="1050">
                <a:solidFill>
                  <a:srgbClr val="3E4A57"/>
                </a:solidFill>
                <a:latin typeface="Aptos" panose="020B0004020202020204" pitchFamily="34" charset="0"/>
                <a:ea typeface="맑은 고딕" panose="020B0503020000020004" pitchFamily="50" charset="-127"/>
              </a:rPr>
              <a:t>, </a:t>
            </a:r>
            <a:r>
              <a:rPr lang="ko-KR" altLang="en-US" sz="1050">
                <a:solidFill>
                  <a:srgbClr val="3E4A57"/>
                </a:solidFill>
                <a:latin typeface="Aptos" panose="020B0004020202020204" pitchFamily="34" charset="0"/>
                <a:ea typeface="맑은 고딕" panose="020B0503020000020004" pitchFamily="50" charset="-127"/>
              </a:rPr>
              <a:t>거꾸로 난독화에도 쓸 수 있다</a:t>
            </a:r>
            <a:r>
              <a:rPr lang="en-US" altLang="ko-KR" sz="1050">
                <a:solidFill>
                  <a:srgbClr val="3E4A57"/>
                </a:solidFill>
                <a:latin typeface="Aptos" panose="020B0004020202020204" pitchFamily="34" charset="0"/>
                <a:ea typeface="맑은 고딕" panose="020B0503020000020004" pitchFamily="50" charset="-127"/>
              </a:rPr>
              <a:t>.</a:t>
            </a:r>
            <a:endParaRPr lang="ko-KR" altLang="en-US" sz="1050">
              <a:solidFill>
                <a:srgbClr val="3E4A57"/>
              </a:solidFill>
              <a:latin typeface="Aptos" panose="020B0004020202020204" pitchFamily="34" charset="0"/>
              <a:ea typeface="맑은 고딕" panose="020B0503020000020004" pitchFamily="50" charset="-127"/>
            </a:endParaRPr>
          </a:p>
        </p:txBody>
      </p:sp>
      <p:sp>
        <p:nvSpPr>
          <p:cNvPr id="235" name="TextBox 234">
            <a:extLst>
              <a:ext uri="{FF2B5EF4-FFF2-40B4-BE49-F238E27FC236}">
                <a16:creationId xmlns:a16="http://schemas.microsoft.com/office/drawing/2014/main" id="{B98C246A-5D6B-2353-1E3A-246DE8C9731B}"/>
              </a:ext>
            </a:extLst>
          </p:cNvPr>
          <p:cNvSpPr txBox="1"/>
          <p:nvPr/>
        </p:nvSpPr>
        <p:spPr>
          <a:xfrm>
            <a:off x="5359400" y="4318000"/>
            <a:ext cx="558800" cy="4318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>
              <a:lnSpc>
                <a:spcPct val="95000"/>
              </a:lnSpc>
            </a:pPr>
            <a:r>
              <a:rPr lang="en-US" altLang="ko-KR" sz="2500" b="1">
                <a:solidFill>
                  <a:srgbClr val="E7A811"/>
                </a:solidFill>
                <a:latin typeface="Aptos" panose="020B0004020202020204" pitchFamily="34" charset="0"/>
                <a:ea typeface="맑은 고딕" panose="020B0503020000020004" pitchFamily="50" charset="-127"/>
              </a:rPr>
              <a:t>02</a:t>
            </a:r>
            <a:endParaRPr lang="ko-KR" altLang="en-US" sz="2500" b="1">
              <a:solidFill>
                <a:srgbClr val="E7A811"/>
              </a:solidFill>
              <a:latin typeface="Aptos" panose="020B0004020202020204" pitchFamily="34" charset="0"/>
              <a:ea typeface="맑은 고딕" panose="020B0503020000020004" pitchFamily="50" charset="-127"/>
            </a:endParaRPr>
          </a:p>
        </p:txBody>
      </p:sp>
      <p:sp>
        <p:nvSpPr>
          <p:cNvPr id="236" name="TextBox 235">
            <a:extLst>
              <a:ext uri="{FF2B5EF4-FFF2-40B4-BE49-F238E27FC236}">
                <a16:creationId xmlns:a16="http://schemas.microsoft.com/office/drawing/2014/main" id="{EC2E4B20-17CC-9874-769C-B2F019DC226A}"/>
              </a:ext>
            </a:extLst>
          </p:cNvPr>
          <p:cNvSpPr txBox="1"/>
          <p:nvPr/>
        </p:nvSpPr>
        <p:spPr>
          <a:xfrm>
            <a:off x="5969000" y="4318000"/>
            <a:ext cx="3759200" cy="4318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>
              <a:lnSpc>
                <a:spcPct val="95000"/>
              </a:lnSpc>
            </a:pPr>
            <a:r>
              <a:rPr lang="ko-KR" altLang="en-US" sz="2500" b="1">
                <a:solidFill>
                  <a:srgbClr val="00397F"/>
                </a:solidFill>
                <a:latin typeface="Aptos" panose="020B0004020202020204" pitchFamily="34" charset="0"/>
                <a:ea typeface="맑은 고딕" panose="020B0503020000020004" pitchFamily="50" charset="-127"/>
              </a:rPr>
              <a:t>언어</a:t>
            </a:r>
            <a:r>
              <a:rPr lang="en-US" altLang="ko-KR" sz="2500" b="1">
                <a:solidFill>
                  <a:srgbClr val="00397F"/>
                </a:solidFill>
                <a:latin typeface="Aptos" panose="020B0004020202020204" pitchFamily="34" charset="0"/>
                <a:ea typeface="맑은 고딕" panose="020B0503020000020004" pitchFamily="50" charset="-127"/>
              </a:rPr>
              <a:t>: CIL--</a:t>
            </a:r>
            <a:endParaRPr lang="ko-KR" altLang="en-US" sz="2500" b="1">
              <a:solidFill>
                <a:srgbClr val="00397F"/>
              </a:solidFill>
              <a:latin typeface="Aptos" panose="020B0004020202020204" pitchFamily="34" charset="0"/>
              <a:ea typeface="맑은 고딕" panose="020B0503020000020004" pitchFamily="50" charset="-127"/>
            </a:endParaRPr>
          </a:p>
        </p:txBody>
      </p:sp>
      <p:sp>
        <p:nvSpPr>
          <p:cNvPr id="237" name="사각형: 둥근 모서리 236">
            <a:extLst>
              <a:ext uri="{FF2B5EF4-FFF2-40B4-BE49-F238E27FC236}">
                <a16:creationId xmlns:a16="http://schemas.microsoft.com/office/drawing/2014/main" id="{5B9D41B2-0ED1-5E32-8CDA-CA63C1F37D54}"/>
              </a:ext>
            </a:extLst>
          </p:cNvPr>
          <p:cNvSpPr/>
          <p:nvPr/>
        </p:nvSpPr>
        <p:spPr>
          <a:xfrm>
            <a:off x="5359400" y="4953000"/>
            <a:ext cx="4368800" cy="685800"/>
          </a:xfrm>
          <a:prstGeom prst="roundRect">
            <a:avLst>
              <a:gd name="adj" fmla="val 14815"/>
            </a:avLst>
          </a:prstGeom>
          <a:solidFill>
            <a:srgbClr val="D6DEEB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38" name="TextBox 237">
            <a:extLst>
              <a:ext uri="{FF2B5EF4-FFF2-40B4-BE49-F238E27FC236}">
                <a16:creationId xmlns:a16="http://schemas.microsoft.com/office/drawing/2014/main" id="{05FC18BD-C3F3-C2C8-9348-920D8E015305}"/>
              </a:ext>
            </a:extLst>
          </p:cNvPr>
          <p:cNvSpPr txBox="1"/>
          <p:nvPr/>
        </p:nvSpPr>
        <p:spPr>
          <a:xfrm>
            <a:off x="5537200" y="4953000"/>
            <a:ext cx="4013200" cy="6858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>
              <a:lnSpc>
                <a:spcPct val="95000"/>
              </a:lnSpc>
            </a:pPr>
            <a:r>
              <a:rPr lang="ko-KR" altLang="en-US" sz="1100" b="1" dirty="0">
                <a:solidFill>
                  <a:srgbClr val="00397F"/>
                </a:solidFill>
                <a:latin typeface="Aptos" panose="020B0004020202020204" pitchFamily="34" charset="0"/>
                <a:ea typeface="맑은 고딕" panose="020B0503020000020004" pitchFamily="50" charset="-127"/>
              </a:rPr>
              <a:t>대상 분석기는 </a:t>
            </a:r>
            <a:r>
              <a:rPr lang="en-US" altLang="ko-KR" sz="1100" b="1" dirty="0">
                <a:solidFill>
                  <a:srgbClr val="00397F"/>
                </a:solidFill>
                <a:latin typeface="Aptos" panose="020B0004020202020204" pitchFamily="34" charset="0"/>
                <a:ea typeface="맑은 고딕" panose="020B0503020000020004" pitchFamily="50" charset="-127"/>
              </a:rPr>
              <a:t>Sparrow. C</a:t>
            </a:r>
            <a:r>
              <a:rPr lang="ko-KR" altLang="en-US" sz="1100" b="1" dirty="0">
                <a:solidFill>
                  <a:srgbClr val="00397F"/>
                </a:solidFill>
                <a:latin typeface="Aptos" panose="020B0004020202020204" pitchFamily="34" charset="0"/>
                <a:ea typeface="맑은 고딕" panose="020B0503020000020004" pitchFamily="50" charset="-127"/>
              </a:rPr>
              <a:t>를 </a:t>
            </a:r>
            <a:r>
              <a:rPr lang="en-US" altLang="ko-KR" sz="1100" b="1" dirty="0">
                <a:solidFill>
                  <a:srgbClr val="00397F"/>
                </a:solidFill>
                <a:latin typeface="Aptos" panose="020B0004020202020204" pitchFamily="34" charset="0"/>
                <a:ea typeface="맑은 고딕" panose="020B0503020000020004" pitchFamily="50" charset="-127"/>
              </a:rPr>
              <a:t>CIL 1.7.3</a:t>
            </a:r>
            <a:r>
              <a:rPr lang="ko-KR" altLang="en-US" sz="1100" b="1" dirty="0">
                <a:solidFill>
                  <a:srgbClr val="00397F"/>
                </a:solidFill>
                <a:latin typeface="Aptos" panose="020B0004020202020204" pitchFamily="34" charset="0"/>
                <a:ea typeface="맑은 고딕" panose="020B0503020000020004" pitchFamily="50" charset="-127"/>
              </a:rPr>
              <a:t>으로 낮춘 뒤 그 위에서 분석한다</a:t>
            </a:r>
            <a:r>
              <a:rPr lang="en-US" altLang="ko-KR" sz="1100" b="1" dirty="0">
                <a:solidFill>
                  <a:srgbClr val="00397F"/>
                </a:solidFill>
                <a:latin typeface="Aptos" panose="020B0004020202020204" pitchFamily="34" charset="0"/>
                <a:ea typeface="맑은 고딕" panose="020B0503020000020004" pitchFamily="50" charset="-127"/>
              </a:rPr>
              <a:t>. CIL--</a:t>
            </a:r>
            <a:r>
              <a:rPr lang="ko-KR" altLang="en-US" sz="1100" b="1" dirty="0">
                <a:solidFill>
                  <a:srgbClr val="00397F"/>
                </a:solidFill>
                <a:latin typeface="Aptos" panose="020B0004020202020204" pitchFamily="34" charset="0"/>
                <a:ea typeface="맑은 고딕" panose="020B0503020000020004" pitchFamily="50" charset="-127"/>
              </a:rPr>
              <a:t>는 그 </a:t>
            </a:r>
            <a:r>
              <a:rPr lang="en-US" altLang="ko-KR" sz="1100" b="1" dirty="0">
                <a:solidFill>
                  <a:srgbClr val="00397F"/>
                </a:solidFill>
                <a:latin typeface="Aptos" panose="020B0004020202020204" pitchFamily="34" charset="0"/>
                <a:ea typeface="맑은 고딕" panose="020B0503020000020004" pitchFamily="50" charset="-127"/>
              </a:rPr>
              <a:t>CIL</a:t>
            </a:r>
            <a:r>
              <a:rPr lang="ko-KR" altLang="en-US" sz="1100" b="1" dirty="0">
                <a:solidFill>
                  <a:srgbClr val="00397F"/>
                </a:solidFill>
                <a:latin typeface="Aptos" panose="020B0004020202020204" pitchFamily="34" charset="0"/>
                <a:ea typeface="맑은 고딕" panose="020B0503020000020004" pitchFamily="50" charset="-127"/>
              </a:rPr>
              <a:t>의 부분집합이자 합성 </a:t>
            </a:r>
            <a:r>
              <a:rPr lang="en-US" altLang="ko-KR" sz="1100" b="1" dirty="0">
                <a:solidFill>
                  <a:srgbClr val="00397F"/>
                </a:solidFill>
                <a:latin typeface="Aptos" panose="020B0004020202020204" pitchFamily="34" charset="0"/>
                <a:ea typeface="맑은 고딕" panose="020B0503020000020004" pitchFamily="50" charset="-127"/>
              </a:rPr>
              <a:t>· </a:t>
            </a:r>
            <a:r>
              <a:rPr lang="ko-KR" altLang="en-US" sz="1100" b="1" dirty="0">
                <a:solidFill>
                  <a:srgbClr val="00397F"/>
                </a:solidFill>
                <a:latin typeface="Aptos" panose="020B0004020202020204" pitchFamily="34" charset="0"/>
                <a:ea typeface="맑은 고딕" panose="020B0503020000020004" pitchFamily="50" charset="-127"/>
              </a:rPr>
              <a:t>실행 </a:t>
            </a:r>
            <a:r>
              <a:rPr lang="en-US" altLang="ko-KR" sz="1100" b="1" dirty="0">
                <a:solidFill>
                  <a:srgbClr val="00397F"/>
                </a:solidFill>
                <a:latin typeface="Aptos" panose="020B0004020202020204" pitchFamily="34" charset="0"/>
                <a:ea typeface="맑은 고딕" panose="020B0503020000020004" pitchFamily="50" charset="-127"/>
              </a:rPr>
              <a:t>· </a:t>
            </a:r>
            <a:r>
              <a:rPr lang="ko-KR" altLang="en-US" sz="1100" b="1" dirty="0">
                <a:solidFill>
                  <a:srgbClr val="00397F"/>
                </a:solidFill>
                <a:latin typeface="Aptos" panose="020B0004020202020204" pitchFamily="34" charset="0"/>
                <a:ea typeface="맑은 고딕" panose="020B0503020000020004" pitchFamily="50" charset="-127"/>
              </a:rPr>
              <a:t>증명의 기준 언어다</a:t>
            </a:r>
            <a:r>
              <a:rPr lang="en-US" altLang="ko-KR" sz="1100" b="1" dirty="0">
                <a:solidFill>
                  <a:srgbClr val="00397F"/>
                </a:solidFill>
                <a:latin typeface="Aptos" panose="020B0004020202020204" pitchFamily="34" charset="0"/>
                <a:ea typeface="맑은 고딕" panose="020B0503020000020004" pitchFamily="50" charset="-127"/>
              </a:rPr>
              <a:t>.</a:t>
            </a:r>
            <a:endParaRPr lang="ko-KR" altLang="en-US" sz="1100" b="1" dirty="0">
              <a:solidFill>
                <a:srgbClr val="00397F"/>
              </a:solidFill>
              <a:latin typeface="Aptos" panose="020B0004020202020204" pitchFamily="34" charset="0"/>
              <a:ea typeface="맑은 고딕" panose="020B0503020000020004" pitchFamily="50" charset="-127"/>
            </a:endParaRPr>
          </a:p>
        </p:txBody>
      </p:sp>
      <p:sp>
        <p:nvSpPr>
          <p:cNvPr id="239" name="TextBox 238">
            <a:extLst>
              <a:ext uri="{FF2B5EF4-FFF2-40B4-BE49-F238E27FC236}">
                <a16:creationId xmlns:a16="http://schemas.microsoft.com/office/drawing/2014/main" id="{246673C6-2171-63EF-35A3-8D27A89DFCCF}"/>
              </a:ext>
            </a:extLst>
          </p:cNvPr>
          <p:cNvSpPr txBox="1"/>
          <p:nvPr/>
        </p:nvSpPr>
        <p:spPr>
          <a:xfrm>
            <a:off x="5359400" y="5791200"/>
            <a:ext cx="762000" cy="177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95000"/>
              </a:lnSpc>
            </a:pPr>
            <a:r>
              <a:rPr lang="ko-KR" altLang="en-US" sz="950" b="1" spc="120">
                <a:solidFill>
                  <a:srgbClr val="E7A811"/>
                </a:solidFill>
                <a:latin typeface="Aptos" panose="020B0004020202020204" pitchFamily="34" charset="0"/>
                <a:ea typeface="맑은 고딕" panose="020B0503020000020004" pitchFamily="50" charset="-127"/>
              </a:rPr>
              <a:t>포함</a:t>
            </a:r>
          </a:p>
        </p:txBody>
      </p:sp>
      <p:sp>
        <p:nvSpPr>
          <p:cNvPr id="240" name="TextBox 239">
            <a:extLst>
              <a:ext uri="{FF2B5EF4-FFF2-40B4-BE49-F238E27FC236}">
                <a16:creationId xmlns:a16="http://schemas.microsoft.com/office/drawing/2014/main" id="{C2531A0E-F961-D5F7-56CD-DC4F26244C50}"/>
              </a:ext>
            </a:extLst>
          </p:cNvPr>
          <p:cNvSpPr txBox="1"/>
          <p:nvPr/>
        </p:nvSpPr>
        <p:spPr>
          <a:xfrm>
            <a:off x="5359400" y="5994400"/>
            <a:ext cx="4368800" cy="812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spcAft>
                <a:spcPts val="500"/>
              </a:spcAft>
            </a:pPr>
            <a:r>
              <a:rPr lang="en-US" altLang="ko-KR" sz="1100" dirty="0">
                <a:solidFill>
                  <a:srgbClr val="1A222B"/>
                </a:solidFill>
                <a:latin typeface="Aptos" panose="020B0004020202020204" pitchFamily="34" charset="0"/>
                <a:ea typeface="맑은 고딕" panose="020B0503020000020004" pitchFamily="50" charset="-127"/>
              </a:rPr>
              <a:t>•  int / unsigned int
•  </a:t>
            </a:r>
            <a:r>
              <a:rPr lang="ko-KR" altLang="en-US" sz="1100" dirty="0">
                <a:solidFill>
                  <a:srgbClr val="1A222B"/>
                </a:solidFill>
                <a:latin typeface="Aptos" panose="020B0004020202020204" pitchFamily="34" charset="0"/>
                <a:ea typeface="맑은 고딕" panose="020B0503020000020004" pitchFamily="50" charset="-127"/>
              </a:rPr>
              <a:t>직접 함수 호출 </a:t>
            </a:r>
            <a:r>
              <a:rPr lang="en-US" altLang="ko-KR" sz="1100" dirty="0">
                <a:solidFill>
                  <a:srgbClr val="1A222B"/>
                </a:solidFill>
                <a:latin typeface="Aptos" panose="020B0004020202020204" pitchFamily="34" charset="0"/>
                <a:ea typeface="맑은 고딕" panose="020B0503020000020004" pitchFamily="50" charset="-127"/>
              </a:rPr>
              <a:t>— </a:t>
            </a:r>
            <a:r>
              <a:rPr lang="ko-KR" altLang="en-US" sz="1100" dirty="0">
                <a:solidFill>
                  <a:srgbClr val="1A222B"/>
                </a:solidFill>
                <a:latin typeface="Aptos" panose="020B0004020202020204" pitchFamily="34" charset="0"/>
                <a:ea typeface="맑은 고딕" panose="020B0503020000020004" pitchFamily="50" charset="-127"/>
              </a:rPr>
              <a:t>재귀와 상호재귀
</a:t>
            </a:r>
            <a:r>
              <a:rPr lang="en-US" altLang="ko-KR" sz="1100" dirty="0">
                <a:solidFill>
                  <a:srgbClr val="1A222B"/>
                </a:solidFill>
                <a:latin typeface="Aptos" panose="020B0004020202020204" pitchFamily="34" charset="0"/>
                <a:ea typeface="맑은 고딕" panose="020B0503020000020004" pitchFamily="50" charset="-127"/>
              </a:rPr>
              <a:t>•  if · loop · break · continue · return
•  </a:t>
            </a:r>
            <a:r>
              <a:rPr lang="ko-KR" altLang="en-US" sz="1100" dirty="0">
                <a:solidFill>
                  <a:srgbClr val="1A222B"/>
                </a:solidFill>
                <a:latin typeface="Aptos" panose="020B0004020202020204" pitchFamily="34" charset="0"/>
                <a:ea typeface="맑은 고딕" panose="020B0503020000020004" pitchFamily="50" charset="-127"/>
              </a:rPr>
              <a:t>포인터와 배열 문법</a:t>
            </a:r>
          </a:p>
        </p:txBody>
      </p:sp>
      <p:sp>
        <p:nvSpPr>
          <p:cNvPr id="241" name="TextBox 240">
            <a:extLst>
              <a:ext uri="{FF2B5EF4-FFF2-40B4-BE49-F238E27FC236}">
                <a16:creationId xmlns:a16="http://schemas.microsoft.com/office/drawing/2014/main" id="{5FEB1C5B-B7DC-2A3F-6D25-A22AFB3B4E2D}"/>
              </a:ext>
            </a:extLst>
          </p:cNvPr>
          <p:cNvSpPr txBox="1"/>
          <p:nvPr/>
        </p:nvSpPr>
        <p:spPr>
          <a:xfrm>
            <a:off x="5359400" y="6908800"/>
            <a:ext cx="762000" cy="177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95000"/>
              </a:lnSpc>
            </a:pPr>
            <a:r>
              <a:rPr lang="ko-KR" altLang="en-US" sz="950" b="1" spc="120">
                <a:solidFill>
                  <a:srgbClr val="E7A811"/>
                </a:solidFill>
                <a:latin typeface="Aptos" panose="020B0004020202020204" pitchFamily="34" charset="0"/>
                <a:ea typeface="맑은 고딕" panose="020B0503020000020004" pitchFamily="50" charset="-127"/>
              </a:rPr>
              <a:t>제외</a:t>
            </a:r>
          </a:p>
        </p:txBody>
      </p:sp>
      <p:sp>
        <p:nvSpPr>
          <p:cNvPr id="242" name="TextBox 241">
            <a:extLst>
              <a:ext uri="{FF2B5EF4-FFF2-40B4-BE49-F238E27FC236}">
                <a16:creationId xmlns:a16="http://schemas.microsoft.com/office/drawing/2014/main" id="{831E675D-FAA3-D244-3DBD-D70119D1B921}"/>
              </a:ext>
            </a:extLst>
          </p:cNvPr>
          <p:cNvSpPr txBox="1"/>
          <p:nvPr/>
        </p:nvSpPr>
        <p:spPr>
          <a:xfrm>
            <a:off x="5359400" y="7112000"/>
            <a:ext cx="4368800" cy="431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spcAft>
                <a:spcPts val="500"/>
              </a:spcAft>
            </a:pPr>
            <a:r>
              <a:rPr lang="en-US" altLang="ko-KR" sz="1100">
                <a:solidFill>
                  <a:srgbClr val="3E4A57"/>
                </a:solidFill>
                <a:latin typeface="Aptos" panose="020B0004020202020204" pitchFamily="34" charset="0"/>
                <a:ea typeface="맑은 고딕" panose="020B0503020000020004" pitchFamily="50" charset="-127"/>
              </a:rPr>
              <a:t>•  cast · float · struct/union · </a:t>
            </a:r>
            <a:r>
              <a:rPr lang="ko-KR" altLang="en-US" sz="1100">
                <a:solidFill>
                  <a:srgbClr val="3E4A57"/>
                </a:solidFill>
                <a:latin typeface="Aptos" panose="020B0004020202020204" pitchFamily="34" charset="0"/>
                <a:ea typeface="맑은 고딕" panose="020B0503020000020004" pitchFamily="50" charset="-127"/>
              </a:rPr>
              <a:t>문자열
</a:t>
            </a:r>
            <a:r>
              <a:rPr lang="en-US" altLang="ko-KR" sz="1100">
                <a:solidFill>
                  <a:srgbClr val="3E4A57"/>
                </a:solidFill>
                <a:latin typeface="Aptos" panose="020B0004020202020204" pitchFamily="34" charset="0"/>
                <a:ea typeface="맑은 고딕" panose="020B0503020000020004" pitchFamily="50" charset="-127"/>
              </a:rPr>
              <a:t>•  switch · goto · varargs · typedef · enum</a:t>
            </a:r>
            <a:endParaRPr lang="ko-KR" altLang="en-US" sz="1100">
              <a:solidFill>
                <a:srgbClr val="3E4A57"/>
              </a:solidFill>
              <a:latin typeface="Aptos" panose="020B0004020202020204" pitchFamily="34" charset="0"/>
              <a:ea typeface="맑은 고딕" panose="020B0503020000020004" pitchFamily="50" charset="-127"/>
            </a:endParaRPr>
          </a:p>
        </p:txBody>
      </p:sp>
      <p:sp>
        <p:nvSpPr>
          <p:cNvPr id="243" name="사각형: 둥근 모서리 242">
            <a:extLst>
              <a:ext uri="{FF2B5EF4-FFF2-40B4-BE49-F238E27FC236}">
                <a16:creationId xmlns:a16="http://schemas.microsoft.com/office/drawing/2014/main" id="{AED14C14-6DBA-F5EC-0A97-13972FA75E97}"/>
              </a:ext>
            </a:extLst>
          </p:cNvPr>
          <p:cNvSpPr/>
          <p:nvPr/>
        </p:nvSpPr>
        <p:spPr>
          <a:xfrm>
            <a:off x="5359400" y="7645400"/>
            <a:ext cx="4368800" cy="711200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2700">
            <a:solidFill>
              <a:srgbClr val="C3CFD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44" name="직사각형 243">
            <a:extLst>
              <a:ext uri="{FF2B5EF4-FFF2-40B4-BE49-F238E27FC236}">
                <a16:creationId xmlns:a16="http://schemas.microsoft.com/office/drawing/2014/main" id="{B4A96D79-D8B7-68AB-F351-5A940A1B24CA}"/>
              </a:ext>
            </a:extLst>
          </p:cNvPr>
          <p:cNvSpPr/>
          <p:nvPr/>
        </p:nvSpPr>
        <p:spPr>
          <a:xfrm>
            <a:off x="5359400" y="7747000"/>
            <a:ext cx="50800" cy="508000"/>
          </a:xfrm>
          <a:prstGeom prst="rect">
            <a:avLst/>
          </a:prstGeom>
          <a:solidFill>
            <a:srgbClr val="E7A811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45" name="TextBox 244">
            <a:extLst>
              <a:ext uri="{FF2B5EF4-FFF2-40B4-BE49-F238E27FC236}">
                <a16:creationId xmlns:a16="http://schemas.microsoft.com/office/drawing/2014/main" id="{46F86511-E981-00A3-084C-039D9DDE37D4}"/>
              </a:ext>
            </a:extLst>
          </p:cNvPr>
          <p:cNvSpPr txBox="1"/>
          <p:nvPr/>
        </p:nvSpPr>
        <p:spPr>
          <a:xfrm>
            <a:off x="5588000" y="7721600"/>
            <a:ext cx="2540000" cy="177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95000"/>
              </a:lnSpc>
            </a:pPr>
            <a:r>
              <a:rPr lang="en-US" altLang="ko-KR" sz="1000" b="1">
                <a:solidFill>
                  <a:srgbClr val="00397F"/>
                </a:solidFill>
                <a:latin typeface="Aptos" panose="020B0004020202020204" pitchFamily="34" charset="0"/>
                <a:ea typeface="맑은 고딕" panose="020B0503020000020004" pitchFamily="50" charset="-127"/>
              </a:rPr>
              <a:t>cast-free</a:t>
            </a:r>
            <a:endParaRPr lang="ko-KR" altLang="en-US" sz="1000" b="1">
              <a:solidFill>
                <a:srgbClr val="00397F"/>
              </a:solidFill>
              <a:latin typeface="Aptos" panose="020B0004020202020204" pitchFamily="34" charset="0"/>
              <a:ea typeface="맑은 고딕" panose="020B0503020000020004" pitchFamily="50" charset="-127"/>
            </a:endParaRPr>
          </a:p>
        </p:txBody>
      </p:sp>
      <p:sp>
        <p:nvSpPr>
          <p:cNvPr id="246" name="TextBox 245">
            <a:extLst>
              <a:ext uri="{FF2B5EF4-FFF2-40B4-BE49-F238E27FC236}">
                <a16:creationId xmlns:a16="http://schemas.microsoft.com/office/drawing/2014/main" id="{77E0C6C0-F2E8-44D4-7BCF-403DF6FF018F}"/>
              </a:ext>
            </a:extLst>
          </p:cNvPr>
          <p:cNvSpPr txBox="1"/>
          <p:nvPr/>
        </p:nvSpPr>
        <p:spPr>
          <a:xfrm>
            <a:off x="5588000" y="7924800"/>
            <a:ext cx="3937000" cy="381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95000"/>
              </a:lnSpc>
            </a:pPr>
            <a:r>
              <a:rPr lang="ko-KR" altLang="en-US" sz="1050">
                <a:solidFill>
                  <a:srgbClr val="1A222B"/>
                </a:solidFill>
                <a:latin typeface="Aptos" panose="020B0004020202020204" pitchFamily="34" charset="0"/>
                <a:ea typeface="맑은 고딕" panose="020B0503020000020004" pitchFamily="50" charset="-127"/>
              </a:rPr>
              <a:t>명시적 </a:t>
            </a:r>
            <a:r>
              <a:rPr lang="en-US" altLang="ko-KR" sz="1050">
                <a:solidFill>
                  <a:srgbClr val="1A222B"/>
                </a:solidFill>
                <a:latin typeface="Aptos" panose="020B0004020202020204" pitchFamily="34" charset="0"/>
                <a:ea typeface="맑은 고딕" panose="020B0503020000020004" pitchFamily="50" charset="-127"/>
              </a:rPr>
              <a:t>cast</a:t>
            </a:r>
            <a:r>
              <a:rPr lang="ko-KR" altLang="en-US" sz="1050">
                <a:solidFill>
                  <a:srgbClr val="1A222B"/>
                </a:solidFill>
                <a:latin typeface="Aptos" panose="020B0004020202020204" pitchFamily="34" charset="0"/>
                <a:ea typeface="맑은 고딕" panose="020B0503020000020004" pitchFamily="50" charset="-127"/>
              </a:rPr>
              <a:t>와 프론트엔드가 몰래 넣는 암묵 변환을 구분할 필요가 없도록</a:t>
            </a:r>
            <a:r>
              <a:rPr lang="en-US" altLang="ko-KR" sz="1050">
                <a:solidFill>
                  <a:srgbClr val="1A222B"/>
                </a:solidFill>
                <a:latin typeface="Aptos" panose="020B0004020202020204" pitchFamily="34" charset="0"/>
                <a:ea typeface="맑은 고딕" panose="020B0503020000020004" pitchFamily="50" charset="-127"/>
              </a:rPr>
              <a:t>, CastE</a:t>
            </a:r>
            <a:r>
              <a:rPr lang="ko-KR" altLang="en-US" sz="1050">
                <a:solidFill>
                  <a:srgbClr val="1A222B"/>
                </a:solidFill>
                <a:latin typeface="Aptos" panose="020B0004020202020204" pitchFamily="34" charset="0"/>
                <a:ea typeface="맑은 고딕" panose="020B0503020000020004" pitchFamily="50" charset="-127"/>
              </a:rPr>
              <a:t>를 아예 두지 않는다</a:t>
            </a:r>
            <a:r>
              <a:rPr lang="en-US" altLang="ko-KR" sz="1050">
                <a:solidFill>
                  <a:srgbClr val="1A222B"/>
                </a:solidFill>
                <a:latin typeface="Aptos" panose="020B0004020202020204" pitchFamily="34" charset="0"/>
                <a:ea typeface="맑은 고딕" panose="020B0503020000020004" pitchFamily="50" charset="-127"/>
              </a:rPr>
              <a:t>.</a:t>
            </a:r>
            <a:endParaRPr lang="ko-KR" altLang="en-US" sz="1050">
              <a:solidFill>
                <a:srgbClr val="1A222B"/>
              </a:solidFill>
              <a:latin typeface="Aptos" panose="020B0004020202020204" pitchFamily="34" charset="0"/>
              <a:ea typeface="맑은 고딕" panose="020B0503020000020004" pitchFamily="50" charset="-127"/>
            </a:endParaRPr>
          </a:p>
        </p:txBody>
      </p:sp>
      <p:sp>
        <p:nvSpPr>
          <p:cNvPr id="247" name="TextBox 246">
            <a:extLst>
              <a:ext uri="{FF2B5EF4-FFF2-40B4-BE49-F238E27FC236}">
                <a16:creationId xmlns:a16="http://schemas.microsoft.com/office/drawing/2014/main" id="{4A202307-25FF-9082-AB1E-D98C8BF1D261}"/>
              </a:ext>
            </a:extLst>
          </p:cNvPr>
          <p:cNvSpPr txBox="1"/>
          <p:nvPr/>
        </p:nvSpPr>
        <p:spPr>
          <a:xfrm>
            <a:off x="5359400" y="8458200"/>
            <a:ext cx="2794000" cy="177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95000"/>
              </a:lnSpc>
            </a:pPr>
            <a:r>
              <a:rPr lang="ko-KR" altLang="en-US" sz="950" b="1" spc="120">
                <a:solidFill>
                  <a:srgbClr val="7C8A99"/>
                </a:solidFill>
                <a:latin typeface="Aptos" panose="020B0004020202020204" pitchFamily="34" charset="0"/>
                <a:ea typeface="맑은 고딕" panose="020B0503020000020004" pitchFamily="50" charset="-127"/>
              </a:rPr>
              <a:t>하나의 </a:t>
            </a:r>
            <a:r>
              <a:rPr lang="en-US" altLang="ko-KR" sz="950" b="1" spc="120">
                <a:solidFill>
                  <a:srgbClr val="7C8A99"/>
                </a:solidFill>
                <a:latin typeface="Aptos" panose="020B0004020202020204" pitchFamily="34" charset="0"/>
                <a:ea typeface="맑은 고딕" panose="020B0503020000020004" pitchFamily="50" charset="-127"/>
              </a:rPr>
              <a:t>GADT, </a:t>
            </a:r>
            <a:r>
              <a:rPr lang="ko-KR" altLang="en-US" sz="950" b="1" spc="120">
                <a:solidFill>
                  <a:srgbClr val="7C8A99"/>
                </a:solidFill>
                <a:latin typeface="Aptos" panose="020B0004020202020204" pitchFamily="34" charset="0"/>
                <a:ea typeface="맑은 고딕" panose="020B0503020000020004" pitchFamily="50" charset="-127"/>
              </a:rPr>
              <a:t>두 개의 </a:t>
            </a:r>
            <a:r>
              <a:rPr lang="en-US" altLang="ko-KR" sz="950" b="1" spc="120">
                <a:solidFill>
                  <a:srgbClr val="7C8A99"/>
                </a:solidFill>
                <a:latin typeface="Aptos" panose="020B0004020202020204" pitchFamily="34" charset="0"/>
                <a:ea typeface="맑은 고딕" panose="020B0503020000020004" pitchFamily="50" charset="-127"/>
              </a:rPr>
              <a:t>mode</a:t>
            </a:r>
            <a:endParaRPr lang="ko-KR" altLang="en-US" sz="950" b="1" spc="120">
              <a:solidFill>
                <a:srgbClr val="7C8A99"/>
              </a:solidFill>
              <a:latin typeface="Aptos" panose="020B0004020202020204" pitchFamily="34" charset="0"/>
              <a:ea typeface="맑은 고딕" panose="020B0503020000020004" pitchFamily="50" charset="-127"/>
            </a:endParaRPr>
          </a:p>
        </p:txBody>
      </p:sp>
      <p:sp>
        <p:nvSpPr>
          <p:cNvPr id="248" name="사각형: 둥근 모서리 247">
            <a:extLst>
              <a:ext uri="{FF2B5EF4-FFF2-40B4-BE49-F238E27FC236}">
                <a16:creationId xmlns:a16="http://schemas.microsoft.com/office/drawing/2014/main" id="{B3222104-7CB9-DFA1-FF66-5FCEC6FE9172}"/>
              </a:ext>
            </a:extLst>
          </p:cNvPr>
          <p:cNvSpPr/>
          <p:nvPr/>
        </p:nvSpPr>
        <p:spPr>
          <a:xfrm>
            <a:off x="5359400" y="8661400"/>
            <a:ext cx="2108200" cy="558800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 w="12700">
            <a:solidFill>
              <a:srgbClr val="C3CFD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49" name="TextBox 248">
            <a:extLst>
              <a:ext uri="{FF2B5EF4-FFF2-40B4-BE49-F238E27FC236}">
                <a16:creationId xmlns:a16="http://schemas.microsoft.com/office/drawing/2014/main" id="{A68DF50A-DE5F-1109-9C36-186868AE54FC}"/>
              </a:ext>
            </a:extLst>
          </p:cNvPr>
          <p:cNvSpPr txBox="1"/>
          <p:nvPr/>
        </p:nvSpPr>
        <p:spPr>
          <a:xfrm>
            <a:off x="5435600" y="8763000"/>
            <a:ext cx="1955800" cy="2286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>
              <a:lnSpc>
                <a:spcPct val="95000"/>
              </a:lnSpc>
            </a:pPr>
            <a:r>
              <a:rPr lang="en-US" altLang="ko-KR" sz="1200" b="1">
                <a:solidFill>
                  <a:srgbClr val="00397F"/>
                </a:solidFill>
                <a:latin typeface="Aptos" panose="020B0004020202020204" pitchFamily="34" charset="0"/>
                <a:ea typeface="맑은 고딕" panose="020B0503020000020004" pitchFamily="50" charset="-127"/>
              </a:rPr>
              <a:t>Syntax.ground</a:t>
            </a:r>
            <a:endParaRPr lang="ko-KR" altLang="en-US" sz="1200" b="1">
              <a:solidFill>
                <a:srgbClr val="00397F"/>
              </a:solidFill>
              <a:latin typeface="Aptos" panose="020B0004020202020204" pitchFamily="34" charset="0"/>
              <a:ea typeface="맑은 고딕" panose="020B0503020000020004" pitchFamily="50" charset="-127"/>
            </a:endParaRPr>
          </a:p>
        </p:txBody>
      </p:sp>
      <p:sp>
        <p:nvSpPr>
          <p:cNvPr id="250" name="TextBox 249">
            <a:extLst>
              <a:ext uri="{FF2B5EF4-FFF2-40B4-BE49-F238E27FC236}">
                <a16:creationId xmlns:a16="http://schemas.microsoft.com/office/drawing/2014/main" id="{844D9558-4215-7C06-BE67-5F3AC4948DF5}"/>
              </a:ext>
            </a:extLst>
          </p:cNvPr>
          <p:cNvSpPr txBox="1"/>
          <p:nvPr/>
        </p:nvSpPr>
        <p:spPr>
          <a:xfrm>
            <a:off x="5461000" y="8991600"/>
            <a:ext cx="1905000" cy="1651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>
              <a:lnSpc>
                <a:spcPct val="95000"/>
              </a:lnSpc>
            </a:pPr>
            <a:r>
              <a:rPr lang="en-US" altLang="ko-KR" sz="950">
                <a:solidFill>
                  <a:srgbClr val="3E4A57"/>
                </a:solidFill>
                <a:latin typeface="Aptos" panose="020B0004020202020204" pitchFamily="34" charset="0"/>
                <a:ea typeface="맑은 고딕" panose="020B0503020000020004" pitchFamily="50" charset="-127"/>
              </a:rPr>
              <a:t>hole </a:t>
            </a:r>
            <a:r>
              <a:rPr lang="ko-KR" altLang="en-US" sz="950">
                <a:solidFill>
                  <a:srgbClr val="3E4A57"/>
                </a:solidFill>
                <a:latin typeface="Aptos" panose="020B0004020202020204" pitchFamily="34" charset="0"/>
                <a:ea typeface="맑은 고딕" panose="020B0503020000020004" pitchFamily="50" charset="-127"/>
              </a:rPr>
              <a:t>불가 </a:t>
            </a:r>
            <a:r>
              <a:rPr lang="en-US" altLang="ko-KR" sz="950">
                <a:solidFill>
                  <a:srgbClr val="3E4A57"/>
                </a:solidFill>
                <a:latin typeface="Aptos" panose="020B0004020202020204" pitchFamily="34" charset="0"/>
                <a:ea typeface="맑은 고딕" panose="020B0503020000020004" pitchFamily="50" charset="-127"/>
              </a:rPr>
              <a:t>— </a:t>
            </a:r>
            <a:r>
              <a:rPr lang="ko-KR" altLang="en-US" sz="950">
                <a:solidFill>
                  <a:srgbClr val="3E4A57"/>
                </a:solidFill>
                <a:latin typeface="Aptos" panose="020B0004020202020204" pitchFamily="34" charset="0"/>
                <a:ea typeface="맑은 고딕" panose="020B0503020000020004" pitchFamily="50" charset="-127"/>
              </a:rPr>
              <a:t>실행 </a:t>
            </a:r>
            <a:r>
              <a:rPr lang="en-US" altLang="ko-KR" sz="950">
                <a:solidFill>
                  <a:srgbClr val="3E4A57"/>
                </a:solidFill>
                <a:latin typeface="Aptos" panose="020B0004020202020204" pitchFamily="34" charset="0"/>
                <a:ea typeface="맑은 고딕" panose="020B0503020000020004" pitchFamily="50" charset="-127"/>
              </a:rPr>
              <a:t>· </a:t>
            </a:r>
            <a:r>
              <a:rPr lang="ko-KR" altLang="en-US" sz="950">
                <a:solidFill>
                  <a:srgbClr val="3E4A57"/>
                </a:solidFill>
                <a:latin typeface="Aptos" panose="020B0004020202020204" pitchFamily="34" charset="0"/>
                <a:ea typeface="맑은 고딕" panose="020B0503020000020004" pitchFamily="50" charset="-127"/>
              </a:rPr>
              <a:t>검증</a:t>
            </a:r>
          </a:p>
        </p:txBody>
      </p:sp>
      <p:sp>
        <p:nvSpPr>
          <p:cNvPr id="251" name="사각형: 둥근 모서리 250">
            <a:extLst>
              <a:ext uri="{FF2B5EF4-FFF2-40B4-BE49-F238E27FC236}">
                <a16:creationId xmlns:a16="http://schemas.microsoft.com/office/drawing/2014/main" id="{7FD56006-4594-4738-02B1-E0D0BD6851E6}"/>
              </a:ext>
            </a:extLst>
          </p:cNvPr>
          <p:cNvSpPr/>
          <p:nvPr/>
        </p:nvSpPr>
        <p:spPr>
          <a:xfrm>
            <a:off x="7620000" y="8661400"/>
            <a:ext cx="2108200" cy="558800"/>
          </a:xfrm>
          <a:prstGeom prst="roundRect">
            <a:avLst>
              <a:gd name="adj" fmla="val 18182"/>
            </a:avLst>
          </a:prstGeom>
          <a:solidFill>
            <a:srgbClr val="D6DEEB"/>
          </a:solidFill>
          <a:ln w="12700">
            <a:solidFill>
              <a:srgbClr val="D6DEE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52" name="TextBox 251">
            <a:extLst>
              <a:ext uri="{FF2B5EF4-FFF2-40B4-BE49-F238E27FC236}">
                <a16:creationId xmlns:a16="http://schemas.microsoft.com/office/drawing/2014/main" id="{566FA200-E19B-3DDC-1581-FC18C5BFA36B}"/>
              </a:ext>
            </a:extLst>
          </p:cNvPr>
          <p:cNvSpPr txBox="1"/>
          <p:nvPr/>
        </p:nvSpPr>
        <p:spPr>
          <a:xfrm>
            <a:off x="7696200" y="8763000"/>
            <a:ext cx="1955800" cy="2286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>
              <a:lnSpc>
                <a:spcPct val="95000"/>
              </a:lnSpc>
            </a:pPr>
            <a:r>
              <a:rPr lang="en-US" altLang="ko-KR" sz="1200" b="1">
                <a:solidFill>
                  <a:srgbClr val="00397F"/>
                </a:solidFill>
                <a:latin typeface="Aptos" panose="020B0004020202020204" pitchFamily="34" charset="0"/>
                <a:ea typeface="맑은 고딕" panose="020B0503020000020004" pitchFamily="50" charset="-127"/>
              </a:rPr>
              <a:t>Syntax.holed</a:t>
            </a:r>
            <a:endParaRPr lang="ko-KR" altLang="en-US" sz="1200" b="1">
              <a:solidFill>
                <a:srgbClr val="00397F"/>
              </a:solidFill>
              <a:latin typeface="Aptos" panose="020B0004020202020204" pitchFamily="34" charset="0"/>
              <a:ea typeface="맑은 고딕" panose="020B0503020000020004" pitchFamily="50" charset="-127"/>
            </a:endParaRPr>
          </a:p>
        </p:txBody>
      </p:sp>
      <p:sp>
        <p:nvSpPr>
          <p:cNvPr id="253" name="TextBox 252">
            <a:extLst>
              <a:ext uri="{FF2B5EF4-FFF2-40B4-BE49-F238E27FC236}">
                <a16:creationId xmlns:a16="http://schemas.microsoft.com/office/drawing/2014/main" id="{5927A698-8C48-E503-9485-8FD5818EB1EE}"/>
              </a:ext>
            </a:extLst>
          </p:cNvPr>
          <p:cNvSpPr txBox="1"/>
          <p:nvPr/>
        </p:nvSpPr>
        <p:spPr>
          <a:xfrm>
            <a:off x="7721600" y="8991600"/>
            <a:ext cx="1905000" cy="1651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>
              <a:lnSpc>
                <a:spcPct val="95000"/>
              </a:lnSpc>
            </a:pPr>
            <a:r>
              <a:rPr lang="en-US" altLang="ko-KR" sz="950">
                <a:solidFill>
                  <a:srgbClr val="3E4A57"/>
                </a:solidFill>
                <a:latin typeface="Aptos" panose="020B0004020202020204" pitchFamily="34" charset="0"/>
                <a:ea typeface="맑은 고딕" panose="020B0503020000020004" pitchFamily="50" charset="-127"/>
              </a:rPr>
              <a:t>ExpHole · StmtSeqHole</a:t>
            </a:r>
            <a:endParaRPr lang="ko-KR" altLang="en-US" sz="950">
              <a:solidFill>
                <a:srgbClr val="3E4A57"/>
              </a:solidFill>
              <a:latin typeface="Aptos" panose="020B0004020202020204" pitchFamily="34" charset="0"/>
              <a:ea typeface="맑은 고딕" panose="020B0503020000020004" pitchFamily="50" charset="-127"/>
            </a:endParaRPr>
          </a:p>
        </p:txBody>
      </p:sp>
      <p:sp>
        <p:nvSpPr>
          <p:cNvPr id="254" name="TextBox 253">
            <a:extLst>
              <a:ext uri="{FF2B5EF4-FFF2-40B4-BE49-F238E27FC236}">
                <a16:creationId xmlns:a16="http://schemas.microsoft.com/office/drawing/2014/main" id="{2E14C92B-DBEB-850D-9E07-40DC1385A6DB}"/>
              </a:ext>
            </a:extLst>
          </p:cNvPr>
          <p:cNvSpPr txBox="1"/>
          <p:nvPr/>
        </p:nvSpPr>
        <p:spPr>
          <a:xfrm>
            <a:off x="10058400" y="4318000"/>
            <a:ext cx="558800" cy="4318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>
              <a:lnSpc>
                <a:spcPct val="95000"/>
              </a:lnSpc>
            </a:pPr>
            <a:r>
              <a:rPr lang="en-US" altLang="ko-KR" sz="2500" b="1">
                <a:solidFill>
                  <a:srgbClr val="E7A811"/>
                </a:solidFill>
                <a:latin typeface="Aptos" panose="020B0004020202020204" pitchFamily="34" charset="0"/>
                <a:ea typeface="맑은 고딕" panose="020B0503020000020004" pitchFamily="50" charset="-127"/>
              </a:rPr>
              <a:t>03</a:t>
            </a:r>
            <a:endParaRPr lang="ko-KR" altLang="en-US" sz="2500" b="1">
              <a:solidFill>
                <a:srgbClr val="E7A811"/>
              </a:solidFill>
              <a:latin typeface="Aptos" panose="020B0004020202020204" pitchFamily="34" charset="0"/>
              <a:ea typeface="맑은 고딕" panose="020B0503020000020004" pitchFamily="50" charset="-127"/>
            </a:endParaRPr>
          </a:p>
        </p:txBody>
      </p:sp>
      <p:sp>
        <p:nvSpPr>
          <p:cNvPr id="255" name="TextBox 254">
            <a:extLst>
              <a:ext uri="{FF2B5EF4-FFF2-40B4-BE49-F238E27FC236}">
                <a16:creationId xmlns:a16="http://schemas.microsoft.com/office/drawing/2014/main" id="{7ECC2E01-203A-5C91-06D8-E56E5753A6E9}"/>
              </a:ext>
            </a:extLst>
          </p:cNvPr>
          <p:cNvSpPr txBox="1"/>
          <p:nvPr/>
        </p:nvSpPr>
        <p:spPr>
          <a:xfrm>
            <a:off x="10668000" y="4318000"/>
            <a:ext cx="3759200" cy="4318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>
              <a:lnSpc>
                <a:spcPct val="95000"/>
              </a:lnSpc>
            </a:pPr>
            <a:r>
              <a:rPr lang="ko-KR" altLang="en-US" sz="2500" b="1">
                <a:solidFill>
                  <a:srgbClr val="00397F"/>
                </a:solidFill>
                <a:latin typeface="Aptos" panose="020B0004020202020204" pitchFamily="34" charset="0"/>
                <a:ea typeface="맑은 고딕" panose="020B0503020000020004" pitchFamily="50" charset="-127"/>
              </a:rPr>
              <a:t>공격의 정의</a:t>
            </a:r>
          </a:p>
        </p:txBody>
      </p:sp>
      <p:sp>
        <p:nvSpPr>
          <p:cNvPr id="256" name="TextBox 255">
            <a:extLst>
              <a:ext uri="{FF2B5EF4-FFF2-40B4-BE49-F238E27FC236}">
                <a16:creationId xmlns:a16="http://schemas.microsoft.com/office/drawing/2014/main" id="{0EFCE5E4-33C3-556D-ED3C-8BDCECBB08ED}"/>
              </a:ext>
            </a:extLst>
          </p:cNvPr>
          <p:cNvSpPr txBox="1"/>
          <p:nvPr/>
        </p:nvSpPr>
        <p:spPr>
          <a:xfrm>
            <a:off x="10058400" y="4953000"/>
            <a:ext cx="4368800" cy="685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95000"/>
              </a:lnSpc>
            </a:pPr>
            <a:r>
              <a:rPr lang="en-US" altLang="ko-KR" sz="1250" b="1">
                <a:solidFill>
                  <a:srgbClr val="1A222B"/>
                </a:solidFill>
                <a:latin typeface="Aptos" panose="020B0004020202020204" pitchFamily="34" charset="0"/>
                <a:ea typeface="맑은 고딕" panose="020B0503020000020004" pitchFamily="50" charset="-127"/>
              </a:rPr>
              <a:t>main</a:t>
            </a:r>
            <a:r>
              <a:rPr lang="ko-KR" altLang="en-US" sz="1250" b="1">
                <a:solidFill>
                  <a:srgbClr val="1A222B"/>
                </a:solidFill>
                <a:latin typeface="Aptos" panose="020B0004020202020204" pitchFamily="34" charset="0"/>
                <a:ea typeface="맑은 고딕" panose="020B0503020000020004" pitchFamily="50" charset="-127"/>
              </a:rPr>
              <a:t>이 </a:t>
            </a:r>
            <a:r>
              <a:rPr lang="en-US" altLang="ko-KR" sz="1250" b="1">
                <a:solidFill>
                  <a:srgbClr val="1A222B"/>
                </a:solidFill>
                <a:latin typeface="Aptos" panose="020B0004020202020204" pitchFamily="34" charset="0"/>
                <a:ea typeface="맑은 고딕" panose="020B0503020000020004" pitchFamily="50" charset="-127"/>
              </a:rPr>
              <a:t>0</a:t>
            </a:r>
            <a:r>
              <a:rPr lang="ko-KR" altLang="en-US" sz="1250" b="1">
                <a:solidFill>
                  <a:srgbClr val="1A222B"/>
                </a:solidFill>
                <a:latin typeface="Aptos" panose="020B0004020202020204" pitchFamily="34" charset="0"/>
                <a:ea typeface="맑은 고딕" panose="020B0503020000020004" pitchFamily="50" charset="-127"/>
              </a:rPr>
              <a:t>을 반환하며 정상 종료한 실행만 비교한다</a:t>
            </a:r>
            <a:r>
              <a:rPr lang="en-US" altLang="ko-KR" sz="1250" b="1">
                <a:solidFill>
                  <a:srgbClr val="1A222B"/>
                </a:solidFill>
                <a:latin typeface="Aptos" panose="020B0004020202020204" pitchFamily="34" charset="0"/>
                <a:ea typeface="맑은 고딕" panose="020B0503020000020004" pitchFamily="50" charset="-127"/>
              </a:rPr>
              <a:t>. </a:t>
            </a:r>
            <a:r>
              <a:rPr lang="ko-KR" altLang="en-US" sz="1250" b="1">
                <a:solidFill>
                  <a:srgbClr val="1A222B"/>
                </a:solidFill>
                <a:latin typeface="Aptos" panose="020B0004020202020204" pitchFamily="34" charset="0"/>
                <a:ea typeface="맑은 고딕" panose="020B0503020000020004" pitchFamily="50" charset="-127"/>
              </a:rPr>
              <a:t>그 시점에 살아 있는 모든 지역 </a:t>
            </a:r>
            <a:r>
              <a:rPr lang="en-US" altLang="ko-KR" sz="1250" b="1">
                <a:solidFill>
                  <a:srgbClr val="1A222B"/>
                </a:solidFill>
                <a:latin typeface="Aptos" panose="020B0004020202020204" pitchFamily="34" charset="0"/>
                <a:ea typeface="맑은 고딕" panose="020B0503020000020004" pitchFamily="50" charset="-127"/>
              </a:rPr>
              <a:t>memory binding</a:t>
            </a:r>
            <a:r>
              <a:rPr lang="ko-KR" altLang="en-US" sz="1250" b="1">
                <a:solidFill>
                  <a:srgbClr val="1A222B"/>
                </a:solidFill>
                <a:latin typeface="Aptos" panose="020B0004020202020204" pitchFamily="34" charset="0"/>
                <a:ea typeface="맑은 고딕" panose="020B0503020000020004" pitchFamily="50" charset="-127"/>
              </a:rPr>
              <a:t>이 관찰 대상</a:t>
            </a:r>
            <a:r>
              <a:rPr lang="en-US" altLang="ko-KR" sz="1250" b="1">
                <a:solidFill>
                  <a:srgbClr val="1A222B"/>
                </a:solidFill>
                <a:latin typeface="Aptos" panose="020B0004020202020204" pitchFamily="34" charset="0"/>
                <a:ea typeface="맑은 고딕" panose="020B0503020000020004" pitchFamily="50" charset="-127"/>
              </a:rPr>
              <a:t>.</a:t>
            </a:r>
            <a:endParaRPr lang="ko-KR" altLang="en-US" sz="1250" b="1">
              <a:solidFill>
                <a:srgbClr val="1A222B"/>
              </a:solidFill>
              <a:latin typeface="Aptos" panose="020B0004020202020204" pitchFamily="34" charset="0"/>
              <a:ea typeface="맑은 고딕" panose="020B0503020000020004" pitchFamily="50" charset="-127"/>
            </a:endParaRPr>
          </a:p>
        </p:txBody>
      </p:sp>
      <p:sp>
        <p:nvSpPr>
          <p:cNvPr id="257" name="사각형: 둥근 모서리 256">
            <a:extLst>
              <a:ext uri="{FF2B5EF4-FFF2-40B4-BE49-F238E27FC236}">
                <a16:creationId xmlns:a16="http://schemas.microsoft.com/office/drawing/2014/main" id="{2987D8B2-C1B4-CB00-6634-EF5222ACFAEB}"/>
              </a:ext>
            </a:extLst>
          </p:cNvPr>
          <p:cNvSpPr/>
          <p:nvPr/>
        </p:nvSpPr>
        <p:spPr>
          <a:xfrm>
            <a:off x="10058400" y="5740400"/>
            <a:ext cx="4368800" cy="406400"/>
          </a:xfrm>
          <a:prstGeom prst="roundRect">
            <a:avLst>
              <a:gd name="adj" fmla="val 21875"/>
            </a:avLst>
          </a:prstGeom>
          <a:solidFill>
            <a:srgbClr val="00397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58" name="TextBox 257">
            <a:extLst>
              <a:ext uri="{FF2B5EF4-FFF2-40B4-BE49-F238E27FC236}">
                <a16:creationId xmlns:a16="http://schemas.microsoft.com/office/drawing/2014/main" id="{D6451F70-8F7D-7EAA-6272-2C6667D959F3}"/>
              </a:ext>
            </a:extLst>
          </p:cNvPr>
          <p:cNvSpPr txBox="1"/>
          <p:nvPr/>
        </p:nvSpPr>
        <p:spPr>
          <a:xfrm>
            <a:off x="10261600" y="5740400"/>
            <a:ext cx="1270000" cy="4064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>
              <a:lnSpc>
                <a:spcPct val="95000"/>
              </a:lnSpc>
            </a:pPr>
            <a:r>
              <a:rPr lang="ko-KR" altLang="en-US" sz="1100" b="1">
                <a:solidFill>
                  <a:srgbClr val="FFFFFF"/>
                </a:solidFill>
                <a:latin typeface="Aptos" panose="020B0004020202020204" pitchFamily="34" charset="0"/>
                <a:ea typeface="맑은 고딕" panose="020B0503020000020004" pitchFamily="50" charset="-127"/>
              </a:rPr>
              <a:t>안전성 실패</a:t>
            </a:r>
          </a:p>
        </p:txBody>
      </p:sp>
      <p:sp>
        <p:nvSpPr>
          <p:cNvPr id="259" name="TextBox 258">
            <a:extLst>
              <a:ext uri="{FF2B5EF4-FFF2-40B4-BE49-F238E27FC236}">
                <a16:creationId xmlns:a16="http://schemas.microsoft.com/office/drawing/2014/main" id="{41EF9D02-FB19-6D03-2124-DAAE3A4F7804}"/>
              </a:ext>
            </a:extLst>
          </p:cNvPr>
          <p:cNvSpPr txBox="1"/>
          <p:nvPr/>
        </p:nvSpPr>
        <p:spPr>
          <a:xfrm>
            <a:off x="11557000" y="5740400"/>
            <a:ext cx="2667000" cy="4064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r">
              <a:lnSpc>
                <a:spcPct val="95000"/>
              </a:lnSpc>
            </a:pPr>
            <a:r>
              <a:rPr lang="ko-KR" altLang="en-US" sz="1100">
                <a:solidFill>
                  <a:srgbClr val="D6DEEB"/>
                </a:solidFill>
                <a:latin typeface="Aptos" panose="020B0004020202020204" pitchFamily="34" charset="0"/>
                <a:ea typeface="맑은 고딕" panose="020B0503020000020004" pitchFamily="50" charset="-127"/>
              </a:rPr>
              <a:t>구체값 ∉ 분석 결과</a:t>
            </a:r>
          </a:p>
        </p:txBody>
      </p:sp>
      <p:sp>
        <p:nvSpPr>
          <p:cNvPr id="260" name="사각형: 둥근 모서리 259">
            <a:extLst>
              <a:ext uri="{FF2B5EF4-FFF2-40B4-BE49-F238E27FC236}">
                <a16:creationId xmlns:a16="http://schemas.microsoft.com/office/drawing/2014/main" id="{021C745F-F44B-5F68-A78D-BD1240015CD8}"/>
              </a:ext>
            </a:extLst>
          </p:cNvPr>
          <p:cNvSpPr/>
          <p:nvPr/>
        </p:nvSpPr>
        <p:spPr>
          <a:xfrm>
            <a:off x="10058400" y="6197600"/>
            <a:ext cx="4368800" cy="406400"/>
          </a:xfrm>
          <a:prstGeom prst="roundRect">
            <a:avLst>
              <a:gd name="adj" fmla="val 21875"/>
            </a:avLst>
          </a:prstGeom>
          <a:solidFill>
            <a:srgbClr val="D6DEEB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61" name="TextBox 260">
            <a:extLst>
              <a:ext uri="{FF2B5EF4-FFF2-40B4-BE49-F238E27FC236}">
                <a16:creationId xmlns:a16="http://schemas.microsoft.com/office/drawing/2014/main" id="{5D1DFBBA-5267-19FC-10E3-18A84AE2C115}"/>
              </a:ext>
            </a:extLst>
          </p:cNvPr>
          <p:cNvSpPr txBox="1"/>
          <p:nvPr/>
        </p:nvSpPr>
        <p:spPr>
          <a:xfrm>
            <a:off x="10261600" y="6197600"/>
            <a:ext cx="1270000" cy="4064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>
              <a:lnSpc>
                <a:spcPct val="95000"/>
              </a:lnSpc>
            </a:pPr>
            <a:r>
              <a:rPr lang="ko-KR" altLang="en-US" sz="1100" b="1">
                <a:solidFill>
                  <a:srgbClr val="00397F"/>
                </a:solidFill>
                <a:latin typeface="Aptos" panose="020B0004020202020204" pitchFamily="34" charset="0"/>
                <a:ea typeface="맑은 고딕" panose="020B0503020000020004" pitchFamily="50" charset="-127"/>
              </a:rPr>
              <a:t>정밀도 실패</a:t>
            </a:r>
          </a:p>
        </p:txBody>
      </p:sp>
      <p:sp>
        <p:nvSpPr>
          <p:cNvPr id="262" name="TextBox 261">
            <a:extLst>
              <a:ext uri="{FF2B5EF4-FFF2-40B4-BE49-F238E27FC236}">
                <a16:creationId xmlns:a16="http://schemas.microsoft.com/office/drawing/2014/main" id="{1F87D47B-B4FF-A4B5-8B47-14083FB92A02}"/>
              </a:ext>
            </a:extLst>
          </p:cNvPr>
          <p:cNvSpPr txBox="1"/>
          <p:nvPr/>
        </p:nvSpPr>
        <p:spPr>
          <a:xfrm>
            <a:off x="11557000" y="6197600"/>
            <a:ext cx="2667000" cy="4064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r">
              <a:lnSpc>
                <a:spcPct val="95000"/>
              </a:lnSpc>
            </a:pPr>
            <a:r>
              <a:rPr lang="ko-KR" altLang="en-US" sz="1100">
                <a:solidFill>
                  <a:srgbClr val="00397F"/>
                </a:solidFill>
                <a:latin typeface="Aptos" panose="020B0004020202020204" pitchFamily="34" charset="0"/>
                <a:ea typeface="맑은 고딕" panose="020B0503020000020004" pitchFamily="50" charset="-127"/>
              </a:rPr>
              <a:t>분석 결과 ⊋ </a:t>
            </a:r>
            <a:r>
              <a:rPr lang="en-US" altLang="ko-KR" sz="1100">
                <a:solidFill>
                  <a:srgbClr val="00397F"/>
                </a:solidFill>
                <a:latin typeface="Aptos" panose="020B0004020202020204" pitchFamily="34" charset="0"/>
                <a:ea typeface="맑은 고딕" panose="020B0503020000020004" pitchFamily="50" charset="-127"/>
              </a:rPr>
              <a:t>{</a:t>
            </a:r>
            <a:r>
              <a:rPr lang="ko-KR" altLang="en-US" sz="1100">
                <a:solidFill>
                  <a:srgbClr val="00397F"/>
                </a:solidFill>
                <a:latin typeface="Aptos" panose="020B0004020202020204" pitchFamily="34" charset="0"/>
                <a:ea typeface="맑은 고딕" panose="020B0503020000020004" pitchFamily="50" charset="-127"/>
              </a:rPr>
              <a:t>구체값</a:t>
            </a:r>
            <a:r>
              <a:rPr lang="en-US" altLang="ko-KR" sz="1100">
                <a:solidFill>
                  <a:srgbClr val="00397F"/>
                </a:solidFill>
                <a:latin typeface="Aptos" panose="020B0004020202020204" pitchFamily="34" charset="0"/>
                <a:ea typeface="맑은 고딕" panose="020B0503020000020004" pitchFamily="50" charset="-127"/>
              </a:rPr>
              <a:t>}</a:t>
            </a:r>
            <a:endParaRPr lang="ko-KR" altLang="en-US" sz="1100">
              <a:solidFill>
                <a:srgbClr val="00397F"/>
              </a:solidFill>
              <a:latin typeface="Aptos" panose="020B0004020202020204" pitchFamily="34" charset="0"/>
              <a:ea typeface="맑은 고딕" panose="020B0503020000020004" pitchFamily="50" charset="-127"/>
            </a:endParaRPr>
          </a:p>
        </p:txBody>
      </p:sp>
      <p:sp>
        <p:nvSpPr>
          <p:cNvPr id="263" name="TextBox 262">
            <a:extLst>
              <a:ext uri="{FF2B5EF4-FFF2-40B4-BE49-F238E27FC236}">
                <a16:creationId xmlns:a16="http://schemas.microsoft.com/office/drawing/2014/main" id="{9B033192-81F1-35A1-D6D6-5F381E454CC5}"/>
              </a:ext>
            </a:extLst>
          </p:cNvPr>
          <p:cNvSpPr txBox="1"/>
          <p:nvPr/>
        </p:nvSpPr>
        <p:spPr>
          <a:xfrm>
            <a:off x="10058400" y="6731000"/>
            <a:ext cx="2540000" cy="177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95000"/>
              </a:lnSpc>
            </a:pPr>
            <a:r>
              <a:rPr lang="ko-KR" altLang="en-US" sz="950" b="1" spc="120">
                <a:solidFill>
                  <a:srgbClr val="7C8A99"/>
                </a:solidFill>
                <a:latin typeface="Aptos" panose="020B0004020202020204" pitchFamily="34" charset="0"/>
                <a:ea typeface="맑은 고딕" panose="020B0503020000020004" pitchFamily="50" charset="-127"/>
              </a:rPr>
              <a:t>찾아낸 공격 예시</a:t>
            </a:r>
          </a:p>
        </p:txBody>
      </p:sp>
      <p:sp>
        <p:nvSpPr>
          <p:cNvPr id="264" name="사각형: 둥근 모서리 263">
            <a:extLst>
              <a:ext uri="{FF2B5EF4-FFF2-40B4-BE49-F238E27FC236}">
                <a16:creationId xmlns:a16="http://schemas.microsoft.com/office/drawing/2014/main" id="{E7C839A4-CAAD-933E-1F6E-F9876708F186}"/>
              </a:ext>
            </a:extLst>
          </p:cNvPr>
          <p:cNvSpPr/>
          <p:nvPr/>
        </p:nvSpPr>
        <p:spPr>
          <a:xfrm>
            <a:off x="10058400" y="6959600"/>
            <a:ext cx="4368800" cy="863600"/>
          </a:xfrm>
          <a:prstGeom prst="roundRect">
            <a:avLst>
              <a:gd name="adj" fmla="val 10294"/>
            </a:avLst>
          </a:prstGeom>
          <a:solidFill>
            <a:srgbClr val="2E344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65" name="TextBox 264">
            <a:extLst>
              <a:ext uri="{FF2B5EF4-FFF2-40B4-BE49-F238E27FC236}">
                <a16:creationId xmlns:a16="http://schemas.microsoft.com/office/drawing/2014/main" id="{FE4407FF-0BF5-AEF1-4E8E-B962CF6CE24F}"/>
              </a:ext>
            </a:extLst>
          </p:cNvPr>
          <p:cNvSpPr txBox="1"/>
          <p:nvPr/>
        </p:nvSpPr>
        <p:spPr>
          <a:xfrm>
            <a:off x="10312400" y="7112000"/>
            <a:ext cx="3860800" cy="558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10000"/>
              </a:lnSpc>
            </a:pPr>
            <a:r>
              <a:rPr lang="en-US" altLang="ko-KR" sz="1100">
                <a:solidFill>
                  <a:srgbClr val="D8DEE9"/>
                </a:solidFill>
                <a:latin typeface="Consolas" panose="020B0609020204030204" pitchFamily="49" charset="0"/>
                <a:ea typeface="맑은 고딕" panose="020B0503020000020004" pitchFamily="50" charset="-127"/>
              </a:rPr>
              <a:t>x = </a:t>
            </a:r>
            <a:r>
              <a:rPr lang="en-US" altLang="ko-KR" sz="1100">
                <a:solidFill>
                  <a:srgbClr val="EBCB8B"/>
                </a:solidFill>
                <a:latin typeface="Consolas" panose="020B0609020204030204" pitchFamily="49" charset="0"/>
                <a:ea typeface="맑은 고딕" panose="020B0503020000020004" pitchFamily="50" charset="-127"/>
              </a:rPr>
              <a:t>1</a:t>
            </a:r>
            <a:r>
              <a:rPr lang="en-US" altLang="ko-KR" sz="1100">
                <a:solidFill>
                  <a:srgbClr val="D8DEE9"/>
                </a:solidFill>
                <a:latin typeface="Consolas" panose="020B0609020204030204" pitchFamily="49" charset="0"/>
                <a:ea typeface="맑은 고딕" panose="020B0503020000020004" pitchFamily="50" charset="-127"/>
              </a:rPr>
              <a:t>;
</a:t>
            </a:r>
            <a:r>
              <a:rPr lang="en-US" altLang="ko-KR" sz="1100">
                <a:solidFill>
                  <a:srgbClr val="88C0D0"/>
                </a:solidFill>
                <a:latin typeface="Consolas" panose="020B0609020204030204" pitchFamily="49" charset="0"/>
                <a:ea typeface="맑은 고딕" panose="020B0503020000020004" pitchFamily="50" charset="-127"/>
              </a:rPr>
              <a:t>while</a:t>
            </a:r>
            <a:r>
              <a:rPr lang="en-US" altLang="ko-KR" sz="1100">
                <a:solidFill>
                  <a:srgbClr val="D8DEE9"/>
                </a:solidFill>
                <a:latin typeface="Consolas" panose="020B0609020204030204" pitchFamily="49" charset="0"/>
                <a:ea typeface="맑은 고딕" panose="020B0503020000020004" pitchFamily="50" charset="-127"/>
              </a:rPr>
              <a:t> (-x) { x = </a:t>
            </a:r>
            <a:r>
              <a:rPr lang="en-US" altLang="ko-KR" sz="1100">
                <a:solidFill>
                  <a:srgbClr val="EBCB8B"/>
                </a:solidFill>
                <a:latin typeface="Consolas" panose="020B0609020204030204" pitchFamily="49" charset="0"/>
                <a:ea typeface="맑은 고딕" panose="020B0503020000020004" pitchFamily="50" charset="-127"/>
              </a:rPr>
              <a:t>0</a:t>
            </a:r>
            <a:r>
              <a:rPr lang="en-US" altLang="ko-KR" sz="1100">
                <a:solidFill>
                  <a:srgbClr val="D8DEE9"/>
                </a:solidFill>
                <a:latin typeface="Consolas" panose="020B0609020204030204" pitchFamily="49" charset="0"/>
                <a:ea typeface="맑은 고딕" panose="020B0503020000020004" pitchFamily="50" charset="-127"/>
              </a:rPr>
              <a:t>; }
x = x * x;</a:t>
            </a:r>
            <a:endParaRPr lang="ko-KR" altLang="en-US" sz="1100">
              <a:solidFill>
                <a:srgbClr val="D8DEE9"/>
              </a:solidFill>
              <a:latin typeface="Consolas" panose="020B0609020204030204" pitchFamily="49" charset="0"/>
              <a:ea typeface="맑은 고딕" panose="020B0503020000020004" pitchFamily="50" charset="-127"/>
            </a:endParaRPr>
          </a:p>
        </p:txBody>
      </p:sp>
      <p:sp>
        <p:nvSpPr>
          <p:cNvPr id="266" name="TextBox 265">
            <a:extLst>
              <a:ext uri="{FF2B5EF4-FFF2-40B4-BE49-F238E27FC236}">
                <a16:creationId xmlns:a16="http://schemas.microsoft.com/office/drawing/2014/main" id="{28AA1FAB-B115-5E96-6DC6-4F7771431B7B}"/>
              </a:ext>
            </a:extLst>
          </p:cNvPr>
          <p:cNvSpPr txBox="1"/>
          <p:nvPr/>
        </p:nvSpPr>
        <p:spPr>
          <a:xfrm>
            <a:off x="10058400" y="7924800"/>
            <a:ext cx="2032000" cy="2286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95000"/>
              </a:lnSpc>
            </a:pPr>
            <a:r>
              <a:rPr lang="ko-KR" altLang="en-US" sz="1050" b="1">
                <a:solidFill>
                  <a:srgbClr val="1A222B"/>
                </a:solidFill>
                <a:latin typeface="Consolas" panose="020B0609020204030204" pitchFamily="49" charset="0"/>
                <a:ea typeface="맑은 고딕" panose="020B0503020000020004" pitchFamily="50" charset="-127"/>
              </a:rPr>
              <a:t>구체 실행  </a:t>
            </a:r>
            <a:r>
              <a:rPr lang="en-US" altLang="ko-KR" sz="1050" b="1">
                <a:solidFill>
                  <a:srgbClr val="1A222B"/>
                </a:solidFill>
                <a:latin typeface="Consolas" panose="020B0609020204030204" pitchFamily="49" charset="0"/>
                <a:ea typeface="맑은 고딕" panose="020B0503020000020004" pitchFamily="50" charset="-127"/>
              </a:rPr>
              <a:t>x = 0</a:t>
            </a:r>
            <a:endParaRPr lang="ko-KR" altLang="en-US" sz="1050" b="1">
              <a:solidFill>
                <a:srgbClr val="1A222B"/>
              </a:solidFill>
              <a:latin typeface="Consolas" panose="020B0609020204030204" pitchFamily="49" charset="0"/>
              <a:ea typeface="맑은 고딕" panose="020B0503020000020004" pitchFamily="50" charset="-127"/>
            </a:endParaRPr>
          </a:p>
        </p:txBody>
      </p:sp>
      <p:sp>
        <p:nvSpPr>
          <p:cNvPr id="267" name="TextBox 266">
            <a:extLst>
              <a:ext uri="{FF2B5EF4-FFF2-40B4-BE49-F238E27FC236}">
                <a16:creationId xmlns:a16="http://schemas.microsoft.com/office/drawing/2014/main" id="{36459BD6-84CA-462A-158A-A9997DCB5A56}"/>
              </a:ext>
            </a:extLst>
          </p:cNvPr>
          <p:cNvSpPr txBox="1"/>
          <p:nvPr/>
        </p:nvSpPr>
        <p:spPr>
          <a:xfrm>
            <a:off x="12090400" y="7924800"/>
            <a:ext cx="2336800" cy="2286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>
              <a:lnSpc>
                <a:spcPct val="95000"/>
              </a:lnSpc>
            </a:pPr>
            <a:r>
              <a:rPr lang="ko-KR" altLang="en-US" sz="1050" b="1">
                <a:solidFill>
                  <a:srgbClr val="476AAD"/>
                </a:solidFill>
                <a:latin typeface="Consolas" panose="020B0609020204030204" pitchFamily="49" charset="0"/>
                <a:ea typeface="맑은 고딕" panose="020B0503020000020004" pitchFamily="50" charset="-127"/>
              </a:rPr>
              <a:t>분석 결과  </a:t>
            </a:r>
            <a:r>
              <a:rPr lang="en-US" altLang="ko-KR" sz="1050" b="1">
                <a:solidFill>
                  <a:srgbClr val="476AAD"/>
                </a:solidFill>
                <a:latin typeface="Consolas" panose="020B0609020204030204" pitchFamily="49" charset="0"/>
                <a:ea typeface="맑은 고딕" panose="020B0503020000020004" pitchFamily="50" charset="-127"/>
              </a:rPr>
              <a:t>x |-&gt; [-inf, inf]</a:t>
            </a:r>
            <a:endParaRPr lang="ko-KR" altLang="en-US" sz="1050" b="1">
              <a:solidFill>
                <a:srgbClr val="476AAD"/>
              </a:solidFill>
              <a:latin typeface="Consolas" panose="020B0609020204030204" pitchFamily="49" charset="0"/>
              <a:ea typeface="맑은 고딕" panose="020B0503020000020004" pitchFamily="50" charset="-127"/>
            </a:endParaRPr>
          </a:p>
        </p:txBody>
      </p:sp>
      <p:sp>
        <p:nvSpPr>
          <p:cNvPr id="268" name="TextBox 267">
            <a:extLst>
              <a:ext uri="{FF2B5EF4-FFF2-40B4-BE49-F238E27FC236}">
                <a16:creationId xmlns:a16="http://schemas.microsoft.com/office/drawing/2014/main" id="{ACF9EAC0-7E78-759E-0BBF-DFB757843131}"/>
              </a:ext>
            </a:extLst>
          </p:cNvPr>
          <p:cNvSpPr txBox="1"/>
          <p:nvPr/>
        </p:nvSpPr>
        <p:spPr>
          <a:xfrm>
            <a:off x="10058400" y="8229600"/>
            <a:ext cx="4368800" cy="4572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95000"/>
              </a:lnSpc>
            </a:pPr>
            <a:r>
              <a:rPr lang="en-US" altLang="ko-KR" sz="1050">
                <a:solidFill>
                  <a:srgbClr val="3E4A57"/>
                </a:solidFill>
                <a:latin typeface="Aptos" panose="020B0004020202020204" pitchFamily="34" charset="0"/>
                <a:ea typeface="맑은 고딕" panose="020B0503020000020004" pitchFamily="50" charset="-127"/>
              </a:rPr>
              <a:t>guard</a:t>
            </a:r>
            <a:r>
              <a:rPr lang="ko-KR" altLang="en-US" sz="1050">
                <a:solidFill>
                  <a:srgbClr val="3E4A57"/>
                </a:solidFill>
                <a:latin typeface="Aptos" panose="020B0004020202020204" pitchFamily="34" charset="0"/>
                <a:ea typeface="맑은 고딕" panose="020B0503020000020004" pitchFamily="50" charset="-127"/>
              </a:rPr>
              <a:t>가 </a:t>
            </a:r>
            <a:r>
              <a:rPr lang="en-US" altLang="ko-KR" sz="1050">
                <a:solidFill>
                  <a:srgbClr val="3E4A57"/>
                </a:solidFill>
                <a:latin typeface="Aptos" panose="020B0004020202020204" pitchFamily="34" charset="0"/>
                <a:ea typeface="맑은 고딕" panose="020B0503020000020004" pitchFamily="50" charset="-127"/>
              </a:rPr>
              <a:t>x</a:t>
            </a:r>
            <a:r>
              <a:rPr lang="ko-KR" altLang="en-US" sz="1050">
                <a:solidFill>
                  <a:srgbClr val="3E4A57"/>
                </a:solidFill>
                <a:latin typeface="Aptos" panose="020B0004020202020204" pitchFamily="34" charset="0"/>
                <a:ea typeface="맑은 고딕" panose="020B0503020000020004" pitchFamily="50" charset="-127"/>
              </a:rPr>
              <a:t>가 아니라 </a:t>
            </a:r>
            <a:r>
              <a:rPr lang="en-US" altLang="ko-KR" sz="1050">
                <a:solidFill>
                  <a:srgbClr val="3E4A57"/>
                </a:solidFill>
                <a:latin typeface="Aptos" panose="020B0004020202020204" pitchFamily="34" charset="0"/>
                <a:ea typeface="맑은 고딕" panose="020B0503020000020004" pitchFamily="50" charset="-127"/>
              </a:rPr>
              <a:t>-x</a:t>
            </a:r>
            <a:r>
              <a:rPr lang="ko-KR" altLang="en-US" sz="1050">
                <a:solidFill>
                  <a:srgbClr val="3E4A57"/>
                </a:solidFill>
                <a:latin typeface="Aptos" panose="020B0004020202020204" pitchFamily="34" charset="0"/>
                <a:ea typeface="맑은 고딕" panose="020B0503020000020004" pitchFamily="50" charset="-127"/>
              </a:rPr>
              <a:t>라 종료 후 필터가 약하고</a:t>
            </a:r>
            <a:r>
              <a:rPr lang="en-US" altLang="ko-KR" sz="1050">
                <a:solidFill>
                  <a:srgbClr val="3E4A57"/>
                </a:solidFill>
                <a:latin typeface="Aptos" panose="020B0004020202020204" pitchFamily="34" charset="0"/>
                <a:ea typeface="맑은 고딕" panose="020B0503020000020004" pitchFamily="50" charset="-127"/>
              </a:rPr>
              <a:t>, x * x</a:t>
            </a:r>
            <a:r>
              <a:rPr lang="ko-KR" altLang="en-US" sz="1050">
                <a:solidFill>
                  <a:srgbClr val="3E4A57"/>
                </a:solidFill>
                <a:latin typeface="Aptos" panose="020B0004020202020204" pitchFamily="34" charset="0"/>
                <a:ea typeface="맑은 고딕" panose="020B0503020000020004" pitchFamily="50" charset="-127"/>
              </a:rPr>
              <a:t>는 두 피연산자가 같은 변수라는 상관관계를 잃는다</a:t>
            </a:r>
            <a:r>
              <a:rPr lang="en-US" altLang="ko-KR" sz="1050">
                <a:solidFill>
                  <a:srgbClr val="3E4A57"/>
                </a:solidFill>
                <a:latin typeface="Aptos" panose="020B0004020202020204" pitchFamily="34" charset="0"/>
                <a:ea typeface="맑은 고딕" panose="020B0503020000020004" pitchFamily="50" charset="-127"/>
              </a:rPr>
              <a:t>.</a:t>
            </a:r>
            <a:endParaRPr lang="ko-KR" altLang="en-US" sz="1050">
              <a:solidFill>
                <a:srgbClr val="3E4A57"/>
              </a:solidFill>
              <a:latin typeface="Aptos" panose="020B0004020202020204" pitchFamily="34" charset="0"/>
              <a:ea typeface="맑은 고딕" panose="020B0503020000020004" pitchFamily="50" charset="-127"/>
            </a:endParaRPr>
          </a:p>
        </p:txBody>
      </p:sp>
      <p:sp>
        <p:nvSpPr>
          <p:cNvPr id="269" name="TextBox 268">
            <a:extLst>
              <a:ext uri="{FF2B5EF4-FFF2-40B4-BE49-F238E27FC236}">
                <a16:creationId xmlns:a16="http://schemas.microsoft.com/office/drawing/2014/main" id="{2D37D962-DCE4-B671-3D05-D7072368A0F1}"/>
              </a:ext>
            </a:extLst>
          </p:cNvPr>
          <p:cNvSpPr txBox="1"/>
          <p:nvPr/>
        </p:nvSpPr>
        <p:spPr>
          <a:xfrm>
            <a:off x="10058400" y="8737600"/>
            <a:ext cx="4368800" cy="2032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95000"/>
              </a:lnSpc>
            </a:pPr>
            <a:r>
              <a:rPr lang="ko-KR" altLang="en-US" sz="900">
                <a:solidFill>
                  <a:srgbClr val="7C8A99"/>
                </a:solidFill>
                <a:latin typeface="Aptos" panose="020B0004020202020204" pitchFamily="34" charset="0"/>
                <a:ea typeface="맑은 고딕" panose="020B0503020000020004" pitchFamily="50" charset="-127"/>
              </a:rPr>
              <a:t>* 이전 자체 분석기 엔진에서 발견</a:t>
            </a:r>
          </a:p>
        </p:txBody>
      </p:sp>
      <p:sp>
        <p:nvSpPr>
          <p:cNvPr id="270" name="TextBox 269">
            <a:extLst>
              <a:ext uri="{FF2B5EF4-FFF2-40B4-BE49-F238E27FC236}">
                <a16:creationId xmlns:a16="http://schemas.microsoft.com/office/drawing/2014/main" id="{878ACB5B-A06E-3FFF-834B-F547520D92F4}"/>
              </a:ext>
            </a:extLst>
          </p:cNvPr>
          <p:cNvSpPr txBox="1"/>
          <p:nvPr/>
        </p:nvSpPr>
        <p:spPr>
          <a:xfrm>
            <a:off x="660400" y="9448800"/>
            <a:ext cx="558800" cy="4318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>
              <a:lnSpc>
                <a:spcPct val="95000"/>
              </a:lnSpc>
            </a:pPr>
            <a:r>
              <a:rPr lang="en-US" altLang="ko-KR" sz="2500" b="1">
                <a:solidFill>
                  <a:srgbClr val="E7A811"/>
                </a:solidFill>
                <a:latin typeface="Aptos" panose="020B0004020202020204" pitchFamily="34" charset="0"/>
                <a:ea typeface="맑은 고딕" panose="020B0503020000020004" pitchFamily="50" charset="-127"/>
              </a:rPr>
              <a:t>04</a:t>
            </a:r>
            <a:endParaRPr lang="ko-KR" altLang="en-US" sz="2500" b="1">
              <a:solidFill>
                <a:srgbClr val="E7A811"/>
              </a:solidFill>
              <a:latin typeface="Aptos" panose="020B0004020202020204" pitchFamily="34" charset="0"/>
              <a:ea typeface="맑은 고딕" panose="020B0503020000020004" pitchFamily="50" charset="-127"/>
            </a:endParaRPr>
          </a:p>
        </p:txBody>
      </p:sp>
      <p:sp>
        <p:nvSpPr>
          <p:cNvPr id="271" name="TextBox 270">
            <a:extLst>
              <a:ext uri="{FF2B5EF4-FFF2-40B4-BE49-F238E27FC236}">
                <a16:creationId xmlns:a16="http://schemas.microsoft.com/office/drawing/2014/main" id="{569B0574-E356-1B29-637B-E1CE0E6E7B77}"/>
              </a:ext>
            </a:extLst>
          </p:cNvPr>
          <p:cNvSpPr txBox="1"/>
          <p:nvPr/>
        </p:nvSpPr>
        <p:spPr>
          <a:xfrm>
            <a:off x="1270000" y="9448800"/>
            <a:ext cx="13182600" cy="4318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>
              <a:lnSpc>
                <a:spcPct val="95000"/>
              </a:lnSpc>
            </a:pPr>
            <a:r>
              <a:rPr lang="ko-KR" altLang="en-US" sz="2500" b="1">
                <a:solidFill>
                  <a:srgbClr val="00397F"/>
                </a:solidFill>
                <a:latin typeface="Aptos" panose="020B0004020202020204" pitchFamily="34" charset="0"/>
                <a:ea typeface="맑은 고딕" panose="020B0503020000020004" pitchFamily="50" charset="-127"/>
              </a:rPr>
              <a:t>잎에서 뿌리로</a:t>
            </a:r>
            <a:r>
              <a:rPr lang="en-US" altLang="ko-KR" sz="2500" b="1">
                <a:solidFill>
                  <a:srgbClr val="00397F"/>
                </a:solidFill>
                <a:latin typeface="Aptos" panose="020B0004020202020204" pitchFamily="34" charset="0"/>
                <a:ea typeface="맑은 고딕" panose="020B0503020000020004" pitchFamily="50" charset="-127"/>
              </a:rPr>
              <a:t>, </a:t>
            </a:r>
            <a:r>
              <a:rPr lang="ko-KR" altLang="en-US" sz="2500" b="1">
                <a:solidFill>
                  <a:srgbClr val="00397F"/>
                </a:solidFill>
                <a:latin typeface="Aptos" panose="020B0004020202020204" pitchFamily="34" charset="0"/>
                <a:ea typeface="맑은 고딕" panose="020B0503020000020004" pitchFamily="50" charset="-127"/>
              </a:rPr>
              <a:t>작은 조각부터 쌓아 올린다</a:t>
            </a:r>
          </a:p>
        </p:txBody>
      </p:sp>
      <p:sp>
        <p:nvSpPr>
          <p:cNvPr id="272" name="사각형: 둥근 모서리 271">
            <a:extLst>
              <a:ext uri="{FF2B5EF4-FFF2-40B4-BE49-F238E27FC236}">
                <a16:creationId xmlns:a16="http://schemas.microsoft.com/office/drawing/2014/main" id="{A59518B6-098E-D544-15AB-D7BB75CACA7B}"/>
              </a:ext>
            </a:extLst>
          </p:cNvPr>
          <p:cNvSpPr/>
          <p:nvPr/>
        </p:nvSpPr>
        <p:spPr>
          <a:xfrm>
            <a:off x="457200" y="9956800"/>
            <a:ext cx="14204950" cy="2692400"/>
          </a:xfrm>
          <a:prstGeom prst="roundRect">
            <a:avLst>
              <a:gd name="adj" fmla="val 6604"/>
            </a:avLst>
          </a:prstGeom>
          <a:solidFill>
            <a:srgbClr val="EFF4F8"/>
          </a:solidFill>
          <a:ln w="12700">
            <a:solidFill>
              <a:srgbClr val="C3CFD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73" name="사각형: 둥근 모서리 272">
            <a:extLst>
              <a:ext uri="{FF2B5EF4-FFF2-40B4-BE49-F238E27FC236}">
                <a16:creationId xmlns:a16="http://schemas.microsoft.com/office/drawing/2014/main" id="{A3CCBF9F-C8DF-3514-6F0F-0C5F8473C4EB}"/>
              </a:ext>
            </a:extLst>
          </p:cNvPr>
          <p:cNvSpPr/>
          <p:nvPr/>
        </p:nvSpPr>
        <p:spPr>
          <a:xfrm>
            <a:off x="660400" y="10160000"/>
            <a:ext cx="2667000" cy="1346200"/>
          </a:xfrm>
          <a:prstGeom prst="roundRect">
            <a:avLst>
              <a:gd name="adj" fmla="val 6604"/>
            </a:avLst>
          </a:prstGeom>
          <a:solidFill>
            <a:srgbClr val="2E344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74" name="TextBox 273">
            <a:extLst>
              <a:ext uri="{FF2B5EF4-FFF2-40B4-BE49-F238E27FC236}">
                <a16:creationId xmlns:a16="http://schemas.microsoft.com/office/drawing/2014/main" id="{AC0C587A-47B8-84AE-A5A6-6E44DD29A518}"/>
              </a:ext>
            </a:extLst>
          </p:cNvPr>
          <p:cNvSpPr txBox="1"/>
          <p:nvPr/>
        </p:nvSpPr>
        <p:spPr>
          <a:xfrm>
            <a:off x="914400" y="10312400"/>
            <a:ext cx="2159000" cy="1041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10000"/>
              </a:lnSpc>
            </a:pPr>
            <a:r>
              <a:rPr lang="en-US" altLang="ko-KR" sz="1100">
                <a:solidFill>
                  <a:srgbClr val="88C0D0"/>
                </a:solidFill>
                <a:latin typeface="Consolas" panose="020B0609020204030204" pitchFamily="49" charset="0"/>
                <a:ea typeface="맑은 고딕" panose="020B0503020000020004" pitchFamily="50" charset="-127"/>
              </a:rPr>
              <a:t>int</a:t>
            </a:r>
            <a:r>
              <a:rPr lang="en-US" altLang="ko-KR" sz="1100">
                <a:solidFill>
                  <a:srgbClr val="D8DEE9"/>
                </a:solidFill>
                <a:latin typeface="Consolas" panose="020B0609020204030204" pitchFamily="49" charset="0"/>
                <a:ea typeface="맑은 고딕" panose="020B0503020000020004" pitchFamily="50" charset="-127"/>
              </a:rPr>
              <a:t> main() {
  </a:t>
            </a:r>
            <a:r>
              <a:rPr lang="en-US" altLang="ko-KR" sz="1100">
                <a:solidFill>
                  <a:srgbClr val="88C0D0"/>
                </a:solidFill>
                <a:latin typeface="Consolas" panose="020B0609020204030204" pitchFamily="49" charset="0"/>
                <a:ea typeface="맑은 고딕" panose="020B0503020000020004" pitchFamily="50" charset="-127"/>
              </a:rPr>
              <a:t>int</a:t>
            </a:r>
            <a:r>
              <a:rPr lang="en-US" altLang="ko-KR" sz="1100">
                <a:solidFill>
                  <a:srgbClr val="D8DEE9"/>
                </a:solidFill>
                <a:latin typeface="Consolas" panose="020B0609020204030204" pitchFamily="49" charset="0"/>
                <a:ea typeface="맑은 고딕" panose="020B0503020000020004" pitchFamily="50" charset="-127"/>
              </a:rPr>
              <a:t> x;
  x = </a:t>
            </a:r>
            <a:r>
              <a:rPr lang="en-US" altLang="ko-KR" sz="1100">
                <a:solidFill>
                  <a:srgbClr val="EBCB8B"/>
                </a:solidFill>
                <a:latin typeface="Consolas" panose="020B0609020204030204" pitchFamily="49" charset="0"/>
                <a:ea typeface="맑은 고딕" panose="020B0503020000020004" pitchFamily="50" charset="-127"/>
              </a:rPr>
              <a:t>1</a:t>
            </a:r>
            <a:r>
              <a:rPr lang="en-US" altLang="ko-KR" sz="1100">
                <a:solidFill>
                  <a:srgbClr val="D8DEE9"/>
                </a:solidFill>
                <a:latin typeface="Consolas" panose="020B0609020204030204" pitchFamily="49" charset="0"/>
                <a:ea typeface="맑은 고딕" panose="020B0503020000020004" pitchFamily="50" charset="-127"/>
              </a:rPr>
              <a:t>;
  </a:t>
            </a:r>
            <a:r>
              <a:rPr lang="en-US" altLang="ko-KR" sz="1100">
                <a:solidFill>
                  <a:srgbClr val="88C0D0"/>
                </a:solidFill>
                <a:latin typeface="Consolas" panose="020B0609020204030204" pitchFamily="49" charset="0"/>
                <a:ea typeface="맑은 고딕" panose="020B0503020000020004" pitchFamily="50" charset="-127"/>
              </a:rPr>
              <a:t>return</a:t>
            </a:r>
            <a:r>
              <a:rPr lang="en-US" altLang="ko-KR" sz="1100">
                <a:solidFill>
                  <a:srgbClr val="D8DEE9"/>
                </a:solidFill>
                <a:latin typeface="Consolas" panose="020B0609020204030204" pitchFamily="49" charset="0"/>
                <a:ea typeface="맑은 고딕" panose="020B0503020000020004" pitchFamily="50" charset="-127"/>
              </a:rPr>
              <a:t> x;
}</a:t>
            </a:r>
            <a:endParaRPr lang="ko-KR" altLang="en-US" sz="1100">
              <a:solidFill>
                <a:srgbClr val="D8DEE9"/>
              </a:solidFill>
              <a:latin typeface="Consolas" panose="020B0609020204030204" pitchFamily="49" charset="0"/>
              <a:ea typeface="맑은 고딕" panose="020B0503020000020004" pitchFamily="50" charset="-127"/>
            </a:endParaRPr>
          </a:p>
        </p:txBody>
      </p:sp>
      <p:sp>
        <p:nvSpPr>
          <p:cNvPr id="275" name="TextBox 274">
            <a:extLst>
              <a:ext uri="{FF2B5EF4-FFF2-40B4-BE49-F238E27FC236}">
                <a16:creationId xmlns:a16="http://schemas.microsoft.com/office/drawing/2014/main" id="{5630338C-F1AF-42D3-A2D4-AA714159F6B2}"/>
              </a:ext>
            </a:extLst>
          </p:cNvPr>
          <p:cNvSpPr txBox="1"/>
          <p:nvPr/>
        </p:nvSpPr>
        <p:spPr>
          <a:xfrm>
            <a:off x="660400" y="11633200"/>
            <a:ext cx="3352800" cy="787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95000"/>
              </a:lnSpc>
            </a:pPr>
            <a:r>
              <a:rPr lang="en-US" altLang="ko-KR" sz="1100">
                <a:solidFill>
                  <a:srgbClr val="3E4A57"/>
                </a:solidFill>
                <a:latin typeface="Aptos" panose="020B0004020202020204" pitchFamily="34" charset="0"/>
                <a:ea typeface="맑은 고딕" panose="020B0503020000020004" pitchFamily="50" charset="-127"/>
              </a:rPr>
              <a:t>EConst, LVar </a:t>
            </a:r>
            <a:r>
              <a:rPr lang="ko-KR" altLang="en-US" sz="1100">
                <a:solidFill>
                  <a:srgbClr val="3E4A57"/>
                </a:solidFill>
                <a:latin typeface="Aptos" panose="020B0004020202020204" pitchFamily="34" charset="0"/>
                <a:ea typeface="맑은 고딕" panose="020B0503020000020004" pitchFamily="50" charset="-127"/>
              </a:rPr>
              <a:t>같은 가장 작은 조각에서 시작해 뿌리까지 올라간다</a:t>
            </a:r>
            <a:r>
              <a:rPr lang="en-US" altLang="ko-KR" sz="1100">
                <a:solidFill>
                  <a:srgbClr val="3E4A57"/>
                </a:solidFill>
                <a:latin typeface="Aptos" panose="020B0004020202020204" pitchFamily="34" charset="0"/>
                <a:ea typeface="맑은 고딕" panose="020B0503020000020004" pitchFamily="50" charset="-127"/>
              </a:rPr>
              <a:t>. </a:t>
            </a:r>
            <a:r>
              <a:rPr lang="ko-KR" altLang="en-US" sz="1100">
                <a:solidFill>
                  <a:srgbClr val="3E4A57"/>
                </a:solidFill>
                <a:latin typeface="Aptos" panose="020B0004020202020204" pitchFamily="34" charset="0"/>
                <a:ea typeface="맑은 고딕" panose="020B0503020000020004" pitchFamily="50" charset="-127"/>
              </a:rPr>
              <a:t>그림의 위에서 아래가 합성 순서다</a:t>
            </a:r>
            <a:r>
              <a:rPr lang="en-US" altLang="ko-KR" sz="1100">
                <a:solidFill>
                  <a:srgbClr val="3E4A57"/>
                </a:solidFill>
                <a:latin typeface="Aptos" panose="020B0004020202020204" pitchFamily="34" charset="0"/>
                <a:ea typeface="맑은 고딕" panose="020B0503020000020004" pitchFamily="50" charset="-127"/>
              </a:rPr>
              <a:t>. </a:t>
            </a:r>
            <a:r>
              <a:rPr lang="ko-KR" altLang="en-US" sz="1100">
                <a:solidFill>
                  <a:srgbClr val="3E4A57"/>
                </a:solidFill>
                <a:latin typeface="Aptos" panose="020B0004020202020204" pitchFamily="34" charset="0"/>
                <a:ea typeface="맑은 고딕" panose="020B0503020000020004" pitchFamily="50" charset="-127"/>
              </a:rPr>
              <a:t>프로그램은 뿌리의 결론으로 따라 나온다</a:t>
            </a:r>
            <a:r>
              <a:rPr lang="en-US" altLang="ko-KR" sz="1100">
                <a:solidFill>
                  <a:srgbClr val="3E4A57"/>
                </a:solidFill>
                <a:latin typeface="Aptos" panose="020B0004020202020204" pitchFamily="34" charset="0"/>
                <a:ea typeface="맑은 고딕" panose="020B0503020000020004" pitchFamily="50" charset="-127"/>
              </a:rPr>
              <a:t>.</a:t>
            </a:r>
            <a:endParaRPr lang="ko-KR" altLang="en-US" sz="1100">
              <a:solidFill>
                <a:srgbClr val="3E4A57"/>
              </a:solidFill>
              <a:latin typeface="Aptos" panose="020B0004020202020204" pitchFamily="34" charset="0"/>
              <a:ea typeface="맑은 고딕" panose="020B0503020000020004" pitchFamily="50" charset="-127"/>
            </a:endParaRPr>
          </a:p>
        </p:txBody>
      </p:sp>
      <p:cxnSp>
        <p:nvCxnSpPr>
          <p:cNvPr id="276" name="직선 연결선 275">
            <a:extLst>
              <a:ext uri="{FF2B5EF4-FFF2-40B4-BE49-F238E27FC236}">
                <a16:creationId xmlns:a16="http://schemas.microsoft.com/office/drawing/2014/main" id="{38B48411-F669-9431-022E-8C2086E7AAD5}"/>
              </a:ext>
            </a:extLst>
          </p:cNvPr>
          <p:cNvCxnSpPr/>
          <p:nvPr/>
        </p:nvCxnSpPr>
        <p:spPr>
          <a:xfrm>
            <a:off x="4445000" y="10160000"/>
            <a:ext cx="1117600" cy="0"/>
          </a:xfrm>
          <a:prstGeom prst="line">
            <a:avLst/>
          </a:prstGeom>
          <a:ln w="12700">
            <a:solidFill>
              <a:srgbClr val="C3CFD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7" name="직선 연결선 276">
            <a:extLst>
              <a:ext uri="{FF2B5EF4-FFF2-40B4-BE49-F238E27FC236}">
                <a16:creationId xmlns:a16="http://schemas.microsoft.com/office/drawing/2014/main" id="{6AD2BC1C-6531-C563-F7C3-7827D30D6AB2}"/>
              </a:ext>
            </a:extLst>
          </p:cNvPr>
          <p:cNvCxnSpPr/>
          <p:nvPr/>
        </p:nvCxnSpPr>
        <p:spPr>
          <a:xfrm>
            <a:off x="5689600" y="10160000"/>
            <a:ext cx="1117600" cy="0"/>
          </a:xfrm>
          <a:prstGeom prst="line">
            <a:avLst/>
          </a:prstGeom>
          <a:ln w="12700">
            <a:solidFill>
              <a:srgbClr val="C3CFD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8" name="직선 연결선 277">
            <a:extLst>
              <a:ext uri="{FF2B5EF4-FFF2-40B4-BE49-F238E27FC236}">
                <a16:creationId xmlns:a16="http://schemas.microsoft.com/office/drawing/2014/main" id="{2A6DC6C0-A7B4-7845-3C9E-09EC842FFD75}"/>
              </a:ext>
            </a:extLst>
          </p:cNvPr>
          <p:cNvCxnSpPr/>
          <p:nvPr/>
        </p:nvCxnSpPr>
        <p:spPr>
          <a:xfrm>
            <a:off x="7950200" y="10160000"/>
            <a:ext cx="1117600" cy="0"/>
          </a:xfrm>
          <a:prstGeom prst="line">
            <a:avLst/>
          </a:prstGeom>
          <a:ln w="12700">
            <a:solidFill>
              <a:srgbClr val="C3CFD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9" name="TextBox 278">
            <a:extLst>
              <a:ext uri="{FF2B5EF4-FFF2-40B4-BE49-F238E27FC236}">
                <a16:creationId xmlns:a16="http://schemas.microsoft.com/office/drawing/2014/main" id="{3B2C4873-405C-807C-7913-87CB4456D760}"/>
              </a:ext>
            </a:extLst>
          </p:cNvPr>
          <p:cNvSpPr txBox="1"/>
          <p:nvPr/>
        </p:nvSpPr>
        <p:spPr>
          <a:xfrm>
            <a:off x="4445000" y="10210800"/>
            <a:ext cx="1117600" cy="2032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>
              <a:lnSpc>
                <a:spcPct val="95000"/>
              </a:lnSpc>
            </a:pPr>
            <a:r>
              <a:rPr lang="en-US" altLang="ko-KR" sz="1000">
                <a:solidFill>
                  <a:srgbClr val="3E4A57"/>
                </a:solidFill>
                <a:latin typeface="Consolas" panose="020B0609020204030204" pitchFamily="49" charset="0"/>
                <a:ea typeface="맑은 고딕" panose="020B0503020000020004" pitchFamily="50" charset="-127"/>
              </a:rPr>
              <a:t>[LVar] x =&gt; s0+0</a:t>
            </a:r>
            <a:endParaRPr lang="ko-KR" altLang="en-US" sz="1000">
              <a:solidFill>
                <a:srgbClr val="3E4A57"/>
              </a:solidFill>
              <a:latin typeface="Consolas" panose="020B0609020204030204" pitchFamily="49" charset="0"/>
              <a:ea typeface="맑은 고딕" panose="020B0503020000020004" pitchFamily="50" charset="-127"/>
            </a:endParaRPr>
          </a:p>
        </p:txBody>
      </p:sp>
      <p:sp>
        <p:nvSpPr>
          <p:cNvPr id="280" name="TextBox 279">
            <a:extLst>
              <a:ext uri="{FF2B5EF4-FFF2-40B4-BE49-F238E27FC236}">
                <a16:creationId xmlns:a16="http://schemas.microsoft.com/office/drawing/2014/main" id="{01150310-DDE4-82B9-751F-BDADAEE14EDB}"/>
              </a:ext>
            </a:extLst>
          </p:cNvPr>
          <p:cNvSpPr txBox="1"/>
          <p:nvPr/>
        </p:nvSpPr>
        <p:spPr>
          <a:xfrm>
            <a:off x="5689600" y="10210800"/>
            <a:ext cx="1117600" cy="2032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>
              <a:lnSpc>
                <a:spcPct val="95000"/>
              </a:lnSpc>
            </a:pPr>
            <a:r>
              <a:rPr lang="en-US" altLang="ko-KR" sz="1000">
                <a:solidFill>
                  <a:srgbClr val="3E4A57"/>
                </a:solidFill>
                <a:latin typeface="Consolas" panose="020B0609020204030204" pitchFamily="49" charset="0"/>
                <a:ea typeface="맑은 고딕" panose="020B0503020000020004" pitchFamily="50" charset="-127"/>
              </a:rPr>
              <a:t>[EConst] 1 =&gt; 1</a:t>
            </a:r>
            <a:endParaRPr lang="ko-KR" altLang="en-US" sz="1000">
              <a:solidFill>
                <a:srgbClr val="3E4A57"/>
              </a:solidFill>
              <a:latin typeface="Consolas" panose="020B0609020204030204" pitchFamily="49" charset="0"/>
              <a:ea typeface="맑은 고딕" panose="020B0503020000020004" pitchFamily="50" charset="-127"/>
            </a:endParaRPr>
          </a:p>
        </p:txBody>
      </p:sp>
      <p:sp>
        <p:nvSpPr>
          <p:cNvPr id="281" name="TextBox 280">
            <a:extLst>
              <a:ext uri="{FF2B5EF4-FFF2-40B4-BE49-F238E27FC236}">
                <a16:creationId xmlns:a16="http://schemas.microsoft.com/office/drawing/2014/main" id="{FC176908-305F-79E7-ECE7-A43EE2522240}"/>
              </a:ext>
            </a:extLst>
          </p:cNvPr>
          <p:cNvSpPr txBox="1"/>
          <p:nvPr/>
        </p:nvSpPr>
        <p:spPr>
          <a:xfrm>
            <a:off x="7950200" y="10210800"/>
            <a:ext cx="1117600" cy="2032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>
              <a:lnSpc>
                <a:spcPct val="95000"/>
              </a:lnSpc>
            </a:pPr>
            <a:r>
              <a:rPr lang="en-US" altLang="ko-KR" sz="1000">
                <a:solidFill>
                  <a:srgbClr val="3E4A57"/>
                </a:solidFill>
                <a:latin typeface="Consolas" panose="020B0609020204030204" pitchFamily="49" charset="0"/>
                <a:ea typeface="맑은 고딕" panose="020B0503020000020004" pitchFamily="50" charset="-127"/>
              </a:rPr>
              <a:t>[LVar] x =&gt; s0+0</a:t>
            </a:r>
            <a:endParaRPr lang="ko-KR" altLang="en-US" sz="1000">
              <a:solidFill>
                <a:srgbClr val="3E4A57"/>
              </a:solidFill>
              <a:latin typeface="Consolas" panose="020B0609020204030204" pitchFamily="49" charset="0"/>
              <a:ea typeface="맑은 고딕" panose="020B0503020000020004" pitchFamily="50" charset="-127"/>
            </a:endParaRPr>
          </a:p>
        </p:txBody>
      </p:sp>
      <p:cxnSp>
        <p:nvCxnSpPr>
          <p:cNvPr id="282" name="직선 연결선 281">
            <a:extLst>
              <a:ext uri="{FF2B5EF4-FFF2-40B4-BE49-F238E27FC236}">
                <a16:creationId xmlns:a16="http://schemas.microsoft.com/office/drawing/2014/main" id="{46ABA2FA-7BE6-A3C1-63C9-7BAFF64B598B}"/>
              </a:ext>
            </a:extLst>
          </p:cNvPr>
          <p:cNvCxnSpPr/>
          <p:nvPr/>
        </p:nvCxnSpPr>
        <p:spPr>
          <a:xfrm>
            <a:off x="4432300" y="10477500"/>
            <a:ext cx="2362200" cy="0"/>
          </a:xfrm>
          <a:prstGeom prst="line">
            <a:avLst/>
          </a:prstGeom>
          <a:ln w="12700">
            <a:solidFill>
              <a:srgbClr val="C3CFD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3" name="TextBox 282">
            <a:extLst>
              <a:ext uri="{FF2B5EF4-FFF2-40B4-BE49-F238E27FC236}">
                <a16:creationId xmlns:a16="http://schemas.microsoft.com/office/drawing/2014/main" id="{C5B7FC7C-0708-2B27-5627-D2EF4A79C0BE}"/>
              </a:ext>
            </a:extLst>
          </p:cNvPr>
          <p:cNvSpPr txBox="1"/>
          <p:nvPr/>
        </p:nvSpPr>
        <p:spPr>
          <a:xfrm>
            <a:off x="4051300" y="10502900"/>
            <a:ext cx="3124200" cy="2159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>
              <a:lnSpc>
                <a:spcPct val="95000"/>
              </a:lnSpc>
            </a:pPr>
            <a:r>
              <a:rPr lang="fi-FI" altLang="ko-KR" sz="1000">
                <a:solidFill>
                  <a:srgbClr val="1A222B"/>
                </a:solidFill>
                <a:latin typeface="Consolas" panose="020B0609020204030204" pitchFamily="49" charset="0"/>
                <a:ea typeface="맑은 고딕" panose="020B0503020000020004" pitchFamily="50" charset="-127"/>
              </a:rPr>
              <a:t>[ISet] x = 1; =&gt; {x |-&gt; 1}</a:t>
            </a:r>
            <a:endParaRPr lang="ko-KR" altLang="en-US" sz="1000">
              <a:solidFill>
                <a:srgbClr val="1A222B"/>
              </a:solidFill>
              <a:latin typeface="Consolas" panose="020B0609020204030204" pitchFamily="49" charset="0"/>
              <a:ea typeface="맑은 고딕" panose="020B0503020000020004" pitchFamily="50" charset="-127"/>
            </a:endParaRPr>
          </a:p>
        </p:txBody>
      </p:sp>
      <p:cxnSp>
        <p:nvCxnSpPr>
          <p:cNvPr id="284" name="직선 연결선 283">
            <a:extLst>
              <a:ext uri="{FF2B5EF4-FFF2-40B4-BE49-F238E27FC236}">
                <a16:creationId xmlns:a16="http://schemas.microsoft.com/office/drawing/2014/main" id="{80B3586D-4383-5F4D-692F-B305988B166E}"/>
              </a:ext>
            </a:extLst>
          </p:cNvPr>
          <p:cNvCxnSpPr/>
          <p:nvPr/>
        </p:nvCxnSpPr>
        <p:spPr>
          <a:xfrm>
            <a:off x="7264400" y="10477500"/>
            <a:ext cx="2540000" cy="0"/>
          </a:xfrm>
          <a:prstGeom prst="line">
            <a:avLst/>
          </a:prstGeom>
          <a:ln w="12700">
            <a:solidFill>
              <a:srgbClr val="C3CFD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5" name="TextBox 284">
            <a:extLst>
              <a:ext uri="{FF2B5EF4-FFF2-40B4-BE49-F238E27FC236}">
                <a16:creationId xmlns:a16="http://schemas.microsoft.com/office/drawing/2014/main" id="{8D79B73C-6C12-C23A-59FA-D6C8A3327D17}"/>
              </a:ext>
            </a:extLst>
          </p:cNvPr>
          <p:cNvSpPr txBox="1"/>
          <p:nvPr/>
        </p:nvSpPr>
        <p:spPr>
          <a:xfrm>
            <a:off x="6883400" y="10502900"/>
            <a:ext cx="3302000" cy="2159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>
              <a:lnSpc>
                <a:spcPct val="95000"/>
              </a:lnSpc>
            </a:pPr>
            <a:r>
              <a:rPr lang="en-US" altLang="ko-KR" sz="1000">
                <a:solidFill>
                  <a:srgbClr val="1A222B"/>
                </a:solidFill>
                <a:latin typeface="Consolas" panose="020B0609020204030204" pitchFamily="49" charset="0"/>
                <a:ea typeface="맑은 고딕" panose="020B0503020000020004" pitchFamily="50" charset="-127"/>
              </a:rPr>
              <a:t>[ELval] x =&gt; 1</a:t>
            </a:r>
            <a:endParaRPr lang="ko-KR" altLang="en-US" sz="1000">
              <a:solidFill>
                <a:srgbClr val="1A222B"/>
              </a:solidFill>
              <a:latin typeface="Consolas" panose="020B0609020204030204" pitchFamily="49" charset="0"/>
              <a:ea typeface="맑은 고딕" panose="020B0503020000020004" pitchFamily="50" charset="-127"/>
            </a:endParaRPr>
          </a:p>
        </p:txBody>
      </p:sp>
      <p:cxnSp>
        <p:nvCxnSpPr>
          <p:cNvPr id="286" name="직선 연결선 285">
            <a:extLst>
              <a:ext uri="{FF2B5EF4-FFF2-40B4-BE49-F238E27FC236}">
                <a16:creationId xmlns:a16="http://schemas.microsoft.com/office/drawing/2014/main" id="{7163763E-047F-84DE-40ED-65E2160307DC}"/>
              </a:ext>
            </a:extLst>
          </p:cNvPr>
          <p:cNvCxnSpPr/>
          <p:nvPr/>
        </p:nvCxnSpPr>
        <p:spPr>
          <a:xfrm>
            <a:off x="4432300" y="10744200"/>
            <a:ext cx="2362200" cy="0"/>
          </a:xfrm>
          <a:prstGeom prst="line">
            <a:avLst/>
          </a:prstGeom>
          <a:ln w="12700">
            <a:solidFill>
              <a:srgbClr val="C3CFD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7" name="TextBox 286">
            <a:extLst>
              <a:ext uri="{FF2B5EF4-FFF2-40B4-BE49-F238E27FC236}">
                <a16:creationId xmlns:a16="http://schemas.microsoft.com/office/drawing/2014/main" id="{83E9C89E-1588-8AEB-8E33-2F5B68D6B9FC}"/>
              </a:ext>
            </a:extLst>
          </p:cNvPr>
          <p:cNvSpPr txBox="1"/>
          <p:nvPr/>
        </p:nvSpPr>
        <p:spPr>
          <a:xfrm>
            <a:off x="4051300" y="10769600"/>
            <a:ext cx="3124200" cy="2159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>
              <a:lnSpc>
                <a:spcPct val="95000"/>
              </a:lnSpc>
            </a:pPr>
            <a:r>
              <a:rPr lang="en-US" altLang="ko-KR" sz="1000">
                <a:solidFill>
                  <a:srgbClr val="1A222B"/>
                </a:solidFill>
                <a:latin typeface="Consolas" panose="020B0609020204030204" pitchFamily="49" charset="0"/>
                <a:ea typeface="맑은 고딕" panose="020B0503020000020004" pitchFamily="50" charset="-127"/>
              </a:rPr>
              <a:t>[SInstr] instr[1] =&gt; Normal</a:t>
            </a:r>
            <a:endParaRPr lang="ko-KR" altLang="en-US" sz="1000">
              <a:solidFill>
                <a:srgbClr val="1A222B"/>
              </a:solidFill>
              <a:latin typeface="Consolas" panose="020B0609020204030204" pitchFamily="49" charset="0"/>
              <a:ea typeface="맑은 고딕" panose="020B0503020000020004" pitchFamily="50" charset="-127"/>
            </a:endParaRPr>
          </a:p>
        </p:txBody>
      </p:sp>
      <p:cxnSp>
        <p:nvCxnSpPr>
          <p:cNvPr id="288" name="직선 연결선 287">
            <a:extLst>
              <a:ext uri="{FF2B5EF4-FFF2-40B4-BE49-F238E27FC236}">
                <a16:creationId xmlns:a16="http://schemas.microsoft.com/office/drawing/2014/main" id="{0A6D866F-AD4F-AA8B-6300-57CCB879A748}"/>
              </a:ext>
            </a:extLst>
          </p:cNvPr>
          <p:cNvCxnSpPr/>
          <p:nvPr/>
        </p:nvCxnSpPr>
        <p:spPr>
          <a:xfrm>
            <a:off x="7264400" y="10744200"/>
            <a:ext cx="2540000" cy="0"/>
          </a:xfrm>
          <a:prstGeom prst="line">
            <a:avLst/>
          </a:prstGeom>
          <a:ln w="12700">
            <a:solidFill>
              <a:srgbClr val="C3CFD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9" name="TextBox 288">
            <a:extLst>
              <a:ext uri="{FF2B5EF4-FFF2-40B4-BE49-F238E27FC236}">
                <a16:creationId xmlns:a16="http://schemas.microsoft.com/office/drawing/2014/main" id="{839E80B6-0AE6-D80A-D8C0-06BEBCB775E3}"/>
              </a:ext>
            </a:extLst>
          </p:cNvPr>
          <p:cNvSpPr txBox="1"/>
          <p:nvPr/>
        </p:nvSpPr>
        <p:spPr>
          <a:xfrm>
            <a:off x="6883400" y="10769600"/>
            <a:ext cx="3302000" cy="2159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>
              <a:lnSpc>
                <a:spcPct val="95000"/>
              </a:lnSpc>
            </a:pPr>
            <a:r>
              <a:rPr lang="en-US" altLang="ko-KR" sz="1000">
                <a:solidFill>
                  <a:srgbClr val="1A222B"/>
                </a:solidFill>
                <a:latin typeface="Consolas" panose="020B0609020204030204" pitchFamily="49" charset="0"/>
                <a:ea typeface="맑은 고딕" panose="020B0503020000020004" pitchFamily="50" charset="-127"/>
              </a:rPr>
              <a:t>[SReturnSome] return x; =&gt; Return(1)</a:t>
            </a:r>
            <a:endParaRPr lang="ko-KR" altLang="en-US" sz="1000">
              <a:solidFill>
                <a:srgbClr val="1A222B"/>
              </a:solidFill>
              <a:latin typeface="Consolas" panose="020B0609020204030204" pitchFamily="49" charset="0"/>
              <a:ea typeface="맑은 고딕" panose="020B0503020000020004" pitchFamily="50" charset="-127"/>
            </a:endParaRPr>
          </a:p>
        </p:txBody>
      </p:sp>
      <p:cxnSp>
        <p:nvCxnSpPr>
          <p:cNvPr id="290" name="직선 연결선 289">
            <a:extLst>
              <a:ext uri="{FF2B5EF4-FFF2-40B4-BE49-F238E27FC236}">
                <a16:creationId xmlns:a16="http://schemas.microsoft.com/office/drawing/2014/main" id="{C5C41D07-0060-6917-A513-54EC0E9337D0}"/>
              </a:ext>
            </a:extLst>
          </p:cNvPr>
          <p:cNvCxnSpPr/>
          <p:nvPr/>
        </p:nvCxnSpPr>
        <p:spPr>
          <a:xfrm>
            <a:off x="4445000" y="11010900"/>
            <a:ext cx="5461000" cy="0"/>
          </a:xfrm>
          <a:prstGeom prst="line">
            <a:avLst/>
          </a:prstGeom>
          <a:ln w="12700">
            <a:solidFill>
              <a:srgbClr val="C3CFD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1" name="TextBox 290">
            <a:extLst>
              <a:ext uri="{FF2B5EF4-FFF2-40B4-BE49-F238E27FC236}">
                <a16:creationId xmlns:a16="http://schemas.microsoft.com/office/drawing/2014/main" id="{AC8326E4-D755-730B-0A05-B14B3A6C3A30}"/>
              </a:ext>
            </a:extLst>
          </p:cNvPr>
          <p:cNvSpPr txBox="1"/>
          <p:nvPr/>
        </p:nvSpPr>
        <p:spPr>
          <a:xfrm>
            <a:off x="4064000" y="11036300"/>
            <a:ext cx="6223000" cy="2159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>
              <a:lnSpc>
                <a:spcPct val="95000"/>
              </a:lnSpc>
            </a:pPr>
            <a:r>
              <a:rPr lang="en-US" altLang="ko-KR" sz="1000">
                <a:solidFill>
                  <a:srgbClr val="1A222B"/>
                </a:solidFill>
                <a:latin typeface="Consolas" panose="020B0609020204030204" pitchFamily="49" charset="0"/>
                <a:ea typeface="맑은 고딕" panose="020B0503020000020004" pitchFamily="50" charset="-127"/>
              </a:rPr>
              <a:t>[BSeq] block[2] =&gt; Return(1)</a:t>
            </a:r>
            <a:endParaRPr lang="ko-KR" altLang="en-US" sz="1000">
              <a:solidFill>
                <a:srgbClr val="1A222B"/>
              </a:solidFill>
              <a:latin typeface="Consolas" panose="020B0609020204030204" pitchFamily="49" charset="0"/>
              <a:ea typeface="맑은 고딕" panose="020B0503020000020004" pitchFamily="50" charset="-127"/>
            </a:endParaRPr>
          </a:p>
        </p:txBody>
      </p:sp>
      <p:cxnSp>
        <p:nvCxnSpPr>
          <p:cNvPr id="292" name="직선 연결선 291">
            <a:extLst>
              <a:ext uri="{FF2B5EF4-FFF2-40B4-BE49-F238E27FC236}">
                <a16:creationId xmlns:a16="http://schemas.microsoft.com/office/drawing/2014/main" id="{1611A9EE-450C-74A2-1520-D8F1C107A724}"/>
              </a:ext>
            </a:extLst>
          </p:cNvPr>
          <p:cNvCxnSpPr/>
          <p:nvPr/>
        </p:nvCxnSpPr>
        <p:spPr>
          <a:xfrm>
            <a:off x="4445000" y="11277600"/>
            <a:ext cx="5461000" cy="0"/>
          </a:xfrm>
          <a:prstGeom prst="line">
            <a:avLst/>
          </a:prstGeom>
          <a:ln w="12700">
            <a:solidFill>
              <a:srgbClr val="C3CFD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3" name="TextBox 292">
            <a:extLst>
              <a:ext uri="{FF2B5EF4-FFF2-40B4-BE49-F238E27FC236}">
                <a16:creationId xmlns:a16="http://schemas.microsoft.com/office/drawing/2014/main" id="{DA02B4E7-3DEB-CC96-E9ED-DE6FA7C60259}"/>
              </a:ext>
            </a:extLst>
          </p:cNvPr>
          <p:cNvSpPr txBox="1"/>
          <p:nvPr/>
        </p:nvSpPr>
        <p:spPr>
          <a:xfrm>
            <a:off x="4064000" y="11303000"/>
            <a:ext cx="6223000" cy="2159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>
              <a:lnSpc>
                <a:spcPct val="95000"/>
              </a:lnSpc>
            </a:pPr>
            <a:r>
              <a:rPr lang="en-US" altLang="ko-KR" sz="1000">
                <a:solidFill>
                  <a:srgbClr val="1A222B"/>
                </a:solidFill>
                <a:latin typeface="Consolas" panose="020B0609020204030204" pitchFamily="49" charset="0"/>
                <a:ea typeface="맑은 고딕" panose="020B0503020000020004" pitchFamily="50" charset="-127"/>
              </a:rPr>
              <a:t>[FReturn] main() =&gt; Return(1)</a:t>
            </a:r>
            <a:endParaRPr lang="ko-KR" altLang="en-US" sz="1000">
              <a:solidFill>
                <a:srgbClr val="1A222B"/>
              </a:solidFill>
              <a:latin typeface="Consolas" panose="020B0609020204030204" pitchFamily="49" charset="0"/>
              <a:ea typeface="맑은 고딕" panose="020B0503020000020004" pitchFamily="50" charset="-127"/>
            </a:endParaRPr>
          </a:p>
        </p:txBody>
      </p:sp>
      <p:cxnSp>
        <p:nvCxnSpPr>
          <p:cNvPr id="294" name="직선 연결선 293">
            <a:extLst>
              <a:ext uri="{FF2B5EF4-FFF2-40B4-BE49-F238E27FC236}">
                <a16:creationId xmlns:a16="http://schemas.microsoft.com/office/drawing/2014/main" id="{A03C8954-54CD-7BEC-D302-B21B31B40D84}"/>
              </a:ext>
            </a:extLst>
          </p:cNvPr>
          <p:cNvCxnSpPr/>
          <p:nvPr/>
        </p:nvCxnSpPr>
        <p:spPr>
          <a:xfrm>
            <a:off x="4445000" y="11544300"/>
            <a:ext cx="5461000" cy="0"/>
          </a:xfrm>
          <a:prstGeom prst="line">
            <a:avLst/>
          </a:prstGeom>
          <a:ln w="25400">
            <a:solidFill>
              <a:srgbClr val="0039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5" name="TextBox 294">
            <a:extLst>
              <a:ext uri="{FF2B5EF4-FFF2-40B4-BE49-F238E27FC236}">
                <a16:creationId xmlns:a16="http://schemas.microsoft.com/office/drawing/2014/main" id="{A96E2548-E4BA-2A0A-A21A-C1DC86C67866}"/>
              </a:ext>
            </a:extLst>
          </p:cNvPr>
          <p:cNvSpPr txBox="1"/>
          <p:nvPr/>
        </p:nvSpPr>
        <p:spPr>
          <a:xfrm>
            <a:off x="4064000" y="11569700"/>
            <a:ext cx="6223000" cy="2159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>
              <a:lnSpc>
                <a:spcPct val="95000"/>
              </a:lnSpc>
            </a:pPr>
            <a:r>
              <a:rPr lang="en-US" altLang="ko-KR" sz="1100">
                <a:solidFill>
                  <a:srgbClr val="00397F"/>
                </a:solidFill>
                <a:latin typeface="Consolas" panose="020B0609020204030204" pitchFamily="49" charset="0"/>
                <a:ea typeface="맑은 고딕" panose="020B0503020000020004" pitchFamily="50" charset="-127"/>
              </a:rPr>
              <a:t>[PMainReturn] main() =&gt; 1</a:t>
            </a:r>
            <a:endParaRPr lang="ko-KR" altLang="en-US" sz="1100">
              <a:solidFill>
                <a:srgbClr val="00397F"/>
              </a:solidFill>
              <a:latin typeface="Consolas" panose="020B0609020204030204" pitchFamily="49" charset="0"/>
              <a:ea typeface="맑은 고딕" panose="020B0503020000020004" pitchFamily="50" charset="-127"/>
            </a:endParaRPr>
          </a:p>
        </p:txBody>
      </p:sp>
      <p:cxnSp>
        <p:nvCxnSpPr>
          <p:cNvPr id="296" name="직선 연결선 295">
            <a:extLst>
              <a:ext uri="{FF2B5EF4-FFF2-40B4-BE49-F238E27FC236}">
                <a16:creationId xmlns:a16="http://schemas.microsoft.com/office/drawing/2014/main" id="{46E3CA2D-1497-1EDD-AEF8-6A3F045EAB92}"/>
              </a:ext>
            </a:extLst>
          </p:cNvPr>
          <p:cNvCxnSpPr/>
          <p:nvPr/>
        </p:nvCxnSpPr>
        <p:spPr>
          <a:xfrm>
            <a:off x="4445000" y="11811000"/>
            <a:ext cx="5461000" cy="0"/>
          </a:xfrm>
          <a:prstGeom prst="line">
            <a:avLst/>
          </a:prstGeom>
          <a:ln w="25400">
            <a:solidFill>
              <a:srgbClr val="0039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7" name="TextBox 296">
            <a:extLst>
              <a:ext uri="{FF2B5EF4-FFF2-40B4-BE49-F238E27FC236}">
                <a16:creationId xmlns:a16="http://schemas.microsoft.com/office/drawing/2014/main" id="{B5E41EB7-D399-EF34-36DF-B5DFC4C4E04D}"/>
              </a:ext>
            </a:extLst>
          </p:cNvPr>
          <p:cNvSpPr txBox="1"/>
          <p:nvPr/>
        </p:nvSpPr>
        <p:spPr>
          <a:xfrm>
            <a:off x="4445000" y="11887200"/>
            <a:ext cx="5461000" cy="2032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>
              <a:lnSpc>
                <a:spcPct val="95000"/>
              </a:lnSpc>
            </a:pPr>
            <a:r>
              <a:rPr lang="en-US" altLang="ko-KR" sz="950">
                <a:solidFill>
                  <a:srgbClr val="7C8A99"/>
                </a:solidFill>
                <a:latin typeface="Consolas" panose="020B0609020204030204" pitchFamily="49" charset="0"/>
                <a:ea typeface="맑은 고딕" panose="020B0503020000020004" pitchFamily="50" charset="-127"/>
              </a:rPr>
              <a:t>proof_size(t) = 1 + sum of premise sizes</a:t>
            </a:r>
            <a:endParaRPr lang="ko-KR" altLang="en-US" sz="950">
              <a:solidFill>
                <a:srgbClr val="7C8A99"/>
              </a:solidFill>
              <a:latin typeface="Consolas" panose="020B0609020204030204" pitchFamily="49" charset="0"/>
              <a:ea typeface="맑은 고딕" panose="020B0503020000020004" pitchFamily="50" charset="-127"/>
            </a:endParaRPr>
          </a:p>
        </p:txBody>
      </p:sp>
      <p:sp>
        <p:nvSpPr>
          <p:cNvPr id="298" name="사각형: 둥근 모서리 297">
            <a:extLst>
              <a:ext uri="{FF2B5EF4-FFF2-40B4-BE49-F238E27FC236}">
                <a16:creationId xmlns:a16="http://schemas.microsoft.com/office/drawing/2014/main" id="{4EFC1D2B-07E1-10E7-6F48-5F76B677D3CA}"/>
              </a:ext>
            </a:extLst>
          </p:cNvPr>
          <p:cNvSpPr/>
          <p:nvPr/>
        </p:nvSpPr>
        <p:spPr>
          <a:xfrm>
            <a:off x="10312400" y="10160000"/>
            <a:ext cx="4140200" cy="96520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12700">
            <a:solidFill>
              <a:srgbClr val="C3CFD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99" name="직사각형 298">
            <a:extLst>
              <a:ext uri="{FF2B5EF4-FFF2-40B4-BE49-F238E27FC236}">
                <a16:creationId xmlns:a16="http://schemas.microsoft.com/office/drawing/2014/main" id="{34C21410-B0CC-57AB-7FFB-25566E040B60}"/>
              </a:ext>
            </a:extLst>
          </p:cNvPr>
          <p:cNvSpPr/>
          <p:nvPr/>
        </p:nvSpPr>
        <p:spPr>
          <a:xfrm>
            <a:off x="10312400" y="10312400"/>
            <a:ext cx="50800" cy="660400"/>
          </a:xfrm>
          <a:prstGeom prst="rect">
            <a:avLst/>
          </a:prstGeom>
          <a:solidFill>
            <a:srgbClr val="E7A811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00" name="TextBox 299">
            <a:extLst>
              <a:ext uri="{FF2B5EF4-FFF2-40B4-BE49-F238E27FC236}">
                <a16:creationId xmlns:a16="http://schemas.microsoft.com/office/drawing/2014/main" id="{90943B6D-D5AA-703F-E288-004A815BC985}"/>
              </a:ext>
            </a:extLst>
          </p:cNvPr>
          <p:cNvSpPr txBox="1"/>
          <p:nvPr/>
        </p:nvSpPr>
        <p:spPr>
          <a:xfrm>
            <a:off x="10566400" y="10261600"/>
            <a:ext cx="3683000" cy="2286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95000"/>
              </a:lnSpc>
            </a:pPr>
            <a:r>
              <a:rPr lang="ko-KR" altLang="en-US" sz="1200" b="1">
                <a:solidFill>
                  <a:srgbClr val="00397F"/>
                </a:solidFill>
                <a:latin typeface="Aptos" panose="020B0004020202020204" pitchFamily="34" charset="0"/>
                <a:ea typeface="맑은 고딕" panose="020B0503020000020004" pitchFamily="50" charset="-127"/>
              </a:rPr>
              <a:t>크기 순서대로 </a:t>
            </a:r>
            <a:r>
              <a:rPr lang="en-US" altLang="ko-KR" sz="1200" b="1">
                <a:solidFill>
                  <a:srgbClr val="00397F"/>
                </a:solidFill>
                <a:latin typeface="Aptos" panose="020B0004020202020204" pitchFamily="34" charset="0"/>
                <a:ea typeface="맑은 고딕" panose="020B0503020000020004" pitchFamily="50" charset="-127"/>
              </a:rPr>
              <a:t>pool</a:t>
            </a:r>
            <a:r>
              <a:rPr lang="ko-KR" altLang="en-US" sz="1200" b="1">
                <a:solidFill>
                  <a:srgbClr val="00397F"/>
                </a:solidFill>
                <a:latin typeface="Aptos" panose="020B0004020202020204" pitchFamily="34" charset="0"/>
                <a:ea typeface="맑은 고딕" panose="020B0503020000020004" pitchFamily="50" charset="-127"/>
              </a:rPr>
              <a:t>에 쌓는다</a:t>
            </a:r>
          </a:p>
        </p:txBody>
      </p:sp>
      <p:sp>
        <p:nvSpPr>
          <p:cNvPr id="301" name="TextBox 300">
            <a:extLst>
              <a:ext uri="{FF2B5EF4-FFF2-40B4-BE49-F238E27FC236}">
                <a16:creationId xmlns:a16="http://schemas.microsoft.com/office/drawing/2014/main" id="{2D4ABA30-376B-1BB6-C248-5D5DA3C40403}"/>
              </a:ext>
            </a:extLst>
          </p:cNvPr>
          <p:cNvSpPr txBox="1"/>
          <p:nvPr/>
        </p:nvSpPr>
        <p:spPr>
          <a:xfrm>
            <a:off x="10566400" y="10515600"/>
            <a:ext cx="3683000" cy="533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95000"/>
              </a:lnSpc>
            </a:pPr>
            <a:r>
              <a:rPr lang="ko-KR" altLang="en-US" sz="1050">
                <a:solidFill>
                  <a:srgbClr val="3E4A57"/>
                </a:solidFill>
                <a:latin typeface="Aptos" panose="020B0004020202020204" pitchFamily="34" charset="0"/>
                <a:ea typeface="맑은 고딕" panose="020B0503020000020004" pitchFamily="50" charset="-127"/>
              </a:rPr>
              <a:t>규칙마다 이미 만들어 둔 더 작은 조각만 꺼내 쓴다</a:t>
            </a:r>
            <a:r>
              <a:rPr lang="en-US" altLang="ko-KR" sz="1050">
                <a:solidFill>
                  <a:srgbClr val="3E4A57"/>
                </a:solidFill>
                <a:latin typeface="Aptos" panose="020B0004020202020204" pitchFamily="34" charset="0"/>
                <a:ea typeface="맑은 고딕" panose="020B0503020000020004" pitchFamily="50" charset="-127"/>
              </a:rPr>
              <a:t>. </a:t>
            </a:r>
            <a:r>
              <a:rPr lang="ko-KR" altLang="en-US" sz="1050">
                <a:solidFill>
                  <a:srgbClr val="3E4A57"/>
                </a:solidFill>
                <a:latin typeface="Aptos" panose="020B0004020202020204" pitchFamily="34" charset="0"/>
                <a:ea typeface="맑은 고딕" panose="020B0503020000020004" pitchFamily="50" charset="-127"/>
              </a:rPr>
              <a:t>호출된 함수의 증명도 언제나 진부분나무이므로 재귀</a:t>
            </a:r>
            <a:r>
              <a:rPr lang="en-US" altLang="ko-KR" sz="1050">
                <a:solidFill>
                  <a:srgbClr val="3E4A57"/>
                </a:solidFill>
                <a:latin typeface="Aptos" panose="020B0004020202020204" pitchFamily="34" charset="0"/>
                <a:ea typeface="맑은 고딕" panose="020B0503020000020004" pitchFamily="50" charset="-127"/>
              </a:rPr>
              <a:t>·</a:t>
            </a:r>
            <a:r>
              <a:rPr lang="ko-KR" altLang="en-US" sz="1050">
                <a:solidFill>
                  <a:srgbClr val="3E4A57"/>
                </a:solidFill>
                <a:latin typeface="Aptos" panose="020B0004020202020204" pitchFamily="34" charset="0"/>
                <a:ea typeface="맑은 고딕" panose="020B0503020000020004" pitchFamily="50" charset="-127"/>
              </a:rPr>
              <a:t>상호재귀가 잘 정의된다</a:t>
            </a:r>
            <a:r>
              <a:rPr lang="en-US" altLang="ko-KR" sz="1050">
                <a:solidFill>
                  <a:srgbClr val="3E4A57"/>
                </a:solidFill>
                <a:latin typeface="Aptos" panose="020B0004020202020204" pitchFamily="34" charset="0"/>
                <a:ea typeface="맑은 고딕" panose="020B0503020000020004" pitchFamily="50" charset="-127"/>
              </a:rPr>
              <a:t>.</a:t>
            </a:r>
            <a:endParaRPr lang="ko-KR" altLang="en-US" sz="1050">
              <a:solidFill>
                <a:srgbClr val="3E4A57"/>
              </a:solidFill>
              <a:latin typeface="Aptos" panose="020B0004020202020204" pitchFamily="34" charset="0"/>
              <a:ea typeface="맑은 고딕" panose="020B0503020000020004" pitchFamily="50" charset="-127"/>
            </a:endParaRPr>
          </a:p>
        </p:txBody>
      </p:sp>
      <p:sp>
        <p:nvSpPr>
          <p:cNvPr id="302" name="사각형: 둥근 모서리 301">
            <a:extLst>
              <a:ext uri="{FF2B5EF4-FFF2-40B4-BE49-F238E27FC236}">
                <a16:creationId xmlns:a16="http://schemas.microsoft.com/office/drawing/2014/main" id="{2B53598F-ACC7-DE47-5DEA-1F665DA601B9}"/>
              </a:ext>
            </a:extLst>
          </p:cNvPr>
          <p:cNvSpPr/>
          <p:nvPr/>
        </p:nvSpPr>
        <p:spPr>
          <a:xfrm>
            <a:off x="10312400" y="11277600"/>
            <a:ext cx="4140200" cy="1066800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12700">
            <a:solidFill>
              <a:srgbClr val="C3CFD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03" name="직사각형 302">
            <a:extLst>
              <a:ext uri="{FF2B5EF4-FFF2-40B4-BE49-F238E27FC236}">
                <a16:creationId xmlns:a16="http://schemas.microsoft.com/office/drawing/2014/main" id="{07E82D7F-2AF2-DEE9-574F-718E013B7239}"/>
              </a:ext>
            </a:extLst>
          </p:cNvPr>
          <p:cNvSpPr/>
          <p:nvPr/>
        </p:nvSpPr>
        <p:spPr>
          <a:xfrm>
            <a:off x="10312400" y="11455400"/>
            <a:ext cx="50800" cy="711200"/>
          </a:xfrm>
          <a:prstGeom prst="rect">
            <a:avLst/>
          </a:prstGeom>
          <a:solidFill>
            <a:srgbClr val="E7A811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04" name="TextBox 303">
            <a:extLst>
              <a:ext uri="{FF2B5EF4-FFF2-40B4-BE49-F238E27FC236}">
                <a16:creationId xmlns:a16="http://schemas.microsoft.com/office/drawing/2014/main" id="{F496949C-9703-2991-29D8-EF6A5FBCE687}"/>
              </a:ext>
            </a:extLst>
          </p:cNvPr>
          <p:cNvSpPr txBox="1"/>
          <p:nvPr/>
        </p:nvSpPr>
        <p:spPr>
          <a:xfrm>
            <a:off x="10566400" y="11379200"/>
            <a:ext cx="3683000" cy="2286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95000"/>
              </a:lnSpc>
            </a:pPr>
            <a:r>
              <a:rPr lang="ko-KR" altLang="en-US" sz="1200" b="1">
                <a:solidFill>
                  <a:srgbClr val="00397F"/>
                </a:solidFill>
                <a:latin typeface="Aptos" panose="020B0004020202020204" pitchFamily="34" charset="0"/>
                <a:ea typeface="맑은 고딕" panose="020B0503020000020004" pitchFamily="50" charset="-127"/>
              </a:rPr>
              <a:t>메모리가 항상 따라 붙는다</a:t>
            </a:r>
          </a:p>
        </p:txBody>
      </p:sp>
      <p:sp>
        <p:nvSpPr>
          <p:cNvPr id="305" name="TextBox 304">
            <a:extLst>
              <a:ext uri="{FF2B5EF4-FFF2-40B4-BE49-F238E27FC236}">
                <a16:creationId xmlns:a16="http://schemas.microsoft.com/office/drawing/2014/main" id="{58800739-8C19-3F8B-4435-D539D9E72A59}"/>
              </a:ext>
            </a:extLst>
          </p:cNvPr>
          <p:cNvSpPr txBox="1"/>
          <p:nvPr/>
        </p:nvSpPr>
        <p:spPr>
          <a:xfrm>
            <a:off x="10566400" y="11633200"/>
            <a:ext cx="3683000" cy="635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95000"/>
              </a:lnSpc>
            </a:pPr>
            <a:r>
              <a:rPr lang="ko-KR" altLang="en-US" sz="1050">
                <a:solidFill>
                  <a:srgbClr val="3E4A57"/>
                </a:solidFill>
                <a:latin typeface="Aptos" panose="020B0004020202020204" pitchFamily="34" charset="0"/>
                <a:ea typeface="맑은 고딕" panose="020B0503020000020004" pitchFamily="50" charset="-127"/>
              </a:rPr>
              <a:t>완전한 프로그램은 스스로 메모리를 정하지만</a:t>
            </a:r>
            <a:r>
              <a:rPr lang="en-US" altLang="ko-KR" sz="1050">
                <a:solidFill>
                  <a:srgbClr val="3E4A57"/>
                </a:solidFill>
                <a:latin typeface="Aptos" panose="020B0004020202020204" pitchFamily="34" charset="0"/>
                <a:ea typeface="맑은 고딕" panose="020B0503020000020004" pitchFamily="50" charset="-127"/>
              </a:rPr>
              <a:t>, </a:t>
            </a:r>
            <a:r>
              <a:rPr lang="ko-KR" altLang="en-US" sz="1050">
                <a:solidFill>
                  <a:srgbClr val="3E4A57"/>
                </a:solidFill>
                <a:latin typeface="Aptos" panose="020B0004020202020204" pitchFamily="34" charset="0"/>
                <a:ea typeface="맑은 고딕" panose="020B0503020000020004" pitchFamily="50" charset="-127"/>
              </a:rPr>
              <a:t>조각은 앞뒤 메모리의 관계만 안다</a:t>
            </a:r>
            <a:r>
              <a:rPr lang="en-US" altLang="ko-KR" sz="1050">
                <a:solidFill>
                  <a:srgbClr val="3E4A57"/>
                </a:solidFill>
                <a:latin typeface="Aptos" panose="020B0004020202020204" pitchFamily="34" charset="0"/>
                <a:ea typeface="맑은 고딕" panose="020B0503020000020004" pitchFamily="50" charset="-127"/>
              </a:rPr>
              <a:t>. </a:t>
            </a:r>
            <a:r>
              <a:rPr lang="ko-KR" altLang="en-US" sz="1050">
                <a:solidFill>
                  <a:srgbClr val="3E4A57"/>
                </a:solidFill>
                <a:latin typeface="Aptos" panose="020B0004020202020204" pitchFamily="34" charset="0"/>
                <a:ea typeface="맑은 고딕" panose="020B0503020000020004" pitchFamily="50" charset="-127"/>
              </a:rPr>
              <a:t>메모리를 나중으로 미루면 정지 문제에 빠지므로</a:t>
            </a:r>
            <a:r>
              <a:rPr lang="en-US" altLang="ko-KR" sz="1050">
                <a:solidFill>
                  <a:srgbClr val="3E4A57"/>
                </a:solidFill>
                <a:latin typeface="Aptos" panose="020B0004020202020204" pitchFamily="34" charset="0"/>
                <a:ea typeface="맑은 고딕" panose="020B0503020000020004" pitchFamily="50" charset="-127"/>
              </a:rPr>
              <a:t>, </a:t>
            </a:r>
            <a:r>
              <a:rPr lang="ko-KR" altLang="en-US" sz="1050">
                <a:solidFill>
                  <a:srgbClr val="3E4A57"/>
                </a:solidFill>
                <a:latin typeface="Aptos" panose="020B0004020202020204" pitchFamily="34" charset="0"/>
                <a:ea typeface="맑은 고딕" panose="020B0503020000020004" pitchFamily="50" charset="-127"/>
              </a:rPr>
              <a:t>조각을 만들 때 전후 메모리를 확정한다</a:t>
            </a:r>
            <a:r>
              <a:rPr lang="en-US" altLang="ko-KR" sz="1050">
                <a:solidFill>
                  <a:srgbClr val="3E4A57"/>
                </a:solidFill>
                <a:latin typeface="Aptos" panose="020B0004020202020204" pitchFamily="34" charset="0"/>
                <a:ea typeface="맑은 고딕" panose="020B0503020000020004" pitchFamily="50" charset="-127"/>
              </a:rPr>
              <a:t>.</a:t>
            </a:r>
            <a:endParaRPr lang="ko-KR" altLang="en-US" sz="1050">
              <a:solidFill>
                <a:srgbClr val="3E4A57"/>
              </a:solidFill>
              <a:latin typeface="Aptos" panose="020B0004020202020204" pitchFamily="34" charset="0"/>
              <a:ea typeface="맑은 고딕" panose="020B0503020000020004" pitchFamily="50" charset="-127"/>
            </a:endParaRPr>
          </a:p>
        </p:txBody>
      </p:sp>
      <p:sp>
        <p:nvSpPr>
          <p:cNvPr id="306" name="TextBox 305">
            <a:extLst>
              <a:ext uri="{FF2B5EF4-FFF2-40B4-BE49-F238E27FC236}">
                <a16:creationId xmlns:a16="http://schemas.microsoft.com/office/drawing/2014/main" id="{6A4713B3-5943-8841-93E4-D14CE3DBE81D}"/>
              </a:ext>
            </a:extLst>
          </p:cNvPr>
          <p:cNvSpPr txBox="1"/>
          <p:nvPr/>
        </p:nvSpPr>
        <p:spPr>
          <a:xfrm>
            <a:off x="660400" y="12598400"/>
            <a:ext cx="558800" cy="4318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>
              <a:lnSpc>
                <a:spcPct val="95000"/>
              </a:lnSpc>
            </a:pPr>
            <a:r>
              <a:rPr lang="en-US" altLang="ko-KR" sz="2500" b="1">
                <a:solidFill>
                  <a:srgbClr val="E7A811"/>
                </a:solidFill>
                <a:latin typeface="Aptos" panose="020B0004020202020204" pitchFamily="34" charset="0"/>
                <a:ea typeface="맑은 고딕" panose="020B0503020000020004" pitchFamily="50" charset="-127"/>
              </a:rPr>
              <a:t>05</a:t>
            </a:r>
            <a:endParaRPr lang="ko-KR" altLang="en-US" sz="2500" b="1">
              <a:solidFill>
                <a:srgbClr val="E7A811"/>
              </a:solidFill>
              <a:latin typeface="Aptos" panose="020B0004020202020204" pitchFamily="34" charset="0"/>
              <a:ea typeface="맑은 고딕" panose="020B0503020000020004" pitchFamily="50" charset="-127"/>
            </a:endParaRPr>
          </a:p>
        </p:txBody>
      </p:sp>
      <p:sp>
        <p:nvSpPr>
          <p:cNvPr id="307" name="TextBox 306">
            <a:extLst>
              <a:ext uri="{FF2B5EF4-FFF2-40B4-BE49-F238E27FC236}">
                <a16:creationId xmlns:a16="http://schemas.microsoft.com/office/drawing/2014/main" id="{15137198-E579-2580-36A7-BAD5FD0EF2F9}"/>
              </a:ext>
            </a:extLst>
          </p:cNvPr>
          <p:cNvSpPr txBox="1"/>
          <p:nvPr/>
        </p:nvSpPr>
        <p:spPr>
          <a:xfrm>
            <a:off x="1270000" y="12598400"/>
            <a:ext cx="3759200" cy="4318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>
              <a:lnSpc>
                <a:spcPct val="95000"/>
              </a:lnSpc>
            </a:pPr>
            <a:r>
              <a:rPr lang="ko-KR" altLang="en-US" sz="2500" b="1">
                <a:solidFill>
                  <a:srgbClr val="00397F"/>
                </a:solidFill>
                <a:latin typeface="Aptos" panose="020B0004020202020204" pitchFamily="34" charset="0"/>
                <a:ea typeface="맑은 고딕" panose="020B0503020000020004" pitchFamily="50" charset="-127"/>
              </a:rPr>
              <a:t>실행 안 된 자리는 </a:t>
            </a:r>
            <a:r>
              <a:rPr lang="en-US" altLang="ko-KR" sz="2500" b="1">
                <a:solidFill>
                  <a:srgbClr val="00397F"/>
                </a:solidFill>
                <a:latin typeface="Aptos" panose="020B0004020202020204" pitchFamily="34" charset="0"/>
                <a:ea typeface="맑은 고딕" panose="020B0503020000020004" pitchFamily="50" charset="-127"/>
              </a:rPr>
              <a:t>hole</a:t>
            </a:r>
            <a:r>
              <a:rPr lang="ko-KR" altLang="en-US" sz="2500" b="1">
                <a:solidFill>
                  <a:srgbClr val="00397F"/>
                </a:solidFill>
                <a:latin typeface="Aptos" panose="020B0004020202020204" pitchFamily="34" charset="0"/>
                <a:ea typeface="맑은 고딕" panose="020B0503020000020004" pitchFamily="50" charset="-127"/>
              </a:rPr>
              <a:t>로</a:t>
            </a:r>
          </a:p>
        </p:txBody>
      </p:sp>
      <p:sp>
        <p:nvSpPr>
          <p:cNvPr id="308" name="사각형: 둥근 모서리 307">
            <a:extLst>
              <a:ext uri="{FF2B5EF4-FFF2-40B4-BE49-F238E27FC236}">
                <a16:creationId xmlns:a16="http://schemas.microsoft.com/office/drawing/2014/main" id="{9B821855-38AB-59C1-6666-FEDDC77B85AF}"/>
              </a:ext>
            </a:extLst>
          </p:cNvPr>
          <p:cNvSpPr/>
          <p:nvPr/>
        </p:nvSpPr>
        <p:spPr>
          <a:xfrm>
            <a:off x="660400" y="13233400"/>
            <a:ext cx="2921000" cy="1270000"/>
          </a:xfrm>
          <a:prstGeom prst="roundRect">
            <a:avLst>
              <a:gd name="adj" fmla="val 7000"/>
            </a:avLst>
          </a:prstGeom>
          <a:solidFill>
            <a:srgbClr val="2E344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09" name="TextBox 308">
            <a:extLst>
              <a:ext uri="{FF2B5EF4-FFF2-40B4-BE49-F238E27FC236}">
                <a16:creationId xmlns:a16="http://schemas.microsoft.com/office/drawing/2014/main" id="{2023D0D0-34D8-2919-A2DD-CEF0BA817E0B}"/>
              </a:ext>
            </a:extLst>
          </p:cNvPr>
          <p:cNvSpPr txBox="1"/>
          <p:nvPr/>
        </p:nvSpPr>
        <p:spPr>
          <a:xfrm>
            <a:off x="914400" y="13385800"/>
            <a:ext cx="2413000" cy="9652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10000"/>
              </a:lnSpc>
            </a:pPr>
            <a:r>
              <a:rPr lang="en-US" altLang="ko-KR" sz="1100">
                <a:solidFill>
                  <a:srgbClr val="88C0D0"/>
                </a:solidFill>
                <a:latin typeface="Consolas" panose="020B0609020204030204" pitchFamily="49" charset="0"/>
                <a:ea typeface="맑은 고딕" panose="020B0503020000020004" pitchFamily="50" charset="-127"/>
              </a:rPr>
              <a:t>if</a:t>
            </a:r>
            <a:r>
              <a:rPr lang="en-US" altLang="ko-KR" sz="1100">
                <a:solidFill>
                  <a:srgbClr val="D8DEE9"/>
                </a:solidFill>
                <a:latin typeface="Consolas" panose="020B0609020204030204" pitchFamily="49" charset="0"/>
                <a:ea typeface="맑은 고딕" panose="020B0503020000020004" pitchFamily="50" charset="-127"/>
              </a:rPr>
              <a:t> (x || ?H1) {
  </a:t>
            </a:r>
            <a:r>
              <a:rPr lang="en-US" altLang="ko-KR" sz="1100">
                <a:solidFill>
                  <a:srgbClr val="88C0D0"/>
                </a:solidFill>
                <a:latin typeface="Consolas" panose="020B0609020204030204" pitchFamily="49" charset="0"/>
                <a:ea typeface="맑은 고딕" panose="020B0503020000020004" pitchFamily="50" charset="-127"/>
              </a:rPr>
              <a:t>return</a:t>
            </a:r>
            <a:r>
              <a:rPr lang="en-US" altLang="ko-KR" sz="1100">
                <a:solidFill>
                  <a:srgbClr val="D8DEE9"/>
                </a:solidFill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100">
                <a:solidFill>
                  <a:srgbClr val="EBCB8B"/>
                </a:solidFill>
                <a:latin typeface="Consolas" panose="020B0609020204030204" pitchFamily="49" charset="0"/>
                <a:ea typeface="맑은 고딕" panose="020B0503020000020004" pitchFamily="50" charset="-127"/>
              </a:rPr>
              <a:t>0</a:t>
            </a:r>
            <a:r>
              <a:rPr lang="en-US" altLang="ko-KR" sz="1100">
                <a:solidFill>
                  <a:srgbClr val="D8DEE9"/>
                </a:solidFill>
                <a:latin typeface="Consolas" panose="020B0609020204030204" pitchFamily="49" charset="0"/>
                <a:ea typeface="맑은 고딕" panose="020B0503020000020004" pitchFamily="50" charset="-127"/>
              </a:rPr>
              <a:t>;
} </a:t>
            </a:r>
            <a:r>
              <a:rPr lang="en-US" altLang="ko-KR" sz="1100">
                <a:solidFill>
                  <a:srgbClr val="88C0D0"/>
                </a:solidFill>
                <a:latin typeface="Consolas" panose="020B0609020204030204" pitchFamily="49" charset="0"/>
                <a:ea typeface="맑은 고딕" panose="020B0503020000020004" pitchFamily="50" charset="-127"/>
              </a:rPr>
              <a:t>else</a:t>
            </a:r>
            <a:r>
              <a:rPr lang="en-US" altLang="ko-KR" sz="1100">
                <a:solidFill>
                  <a:srgbClr val="D8DEE9"/>
                </a:solidFill>
                <a:latin typeface="Consolas" panose="020B0609020204030204" pitchFamily="49" charset="0"/>
                <a:ea typeface="맑은 고딕" panose="020B0503020000020004" pitchFamily="50" charset="-127"/>
              </a:rPr>
              <a:t> {
  ?H2
}</a:t>
            </a:r>
            <a:endParaRPr lang="ko-KR" altLang="en-US" sz="1100">
              <a:solidFill>
                <a:srgbClr val="D8DEE9"/>
              </a:solidFill>
              <a:latin typeface="Consolas" panose="020B0609020204030204" pitchFamily="49" charset="0"/>
              <a:ea typeface="맑은 고딕" panose="020B0503020000020004" pitchFamily="50" charset="-127"/>
            </a:endParaRPr>
          </a:p>
        </p:txBody>
      </p:sp>
      <p:sp>
        <p:nvSpPr>
          <p:cNvPr id="310" name="사각형: 둥근 모서리 309">
            <a:extLst>
              <a:ext uri="{FF2B5EF4-FFF2-40B4-BE49-F238E27FC236}">
                <a16:creationId xmlns:a16="http://schemas.microsoft.com/office/drawing/2014/main" id="{8CAD7415-E566-D3BF-ECA2-0FAB5210760B}"/>
              </a:ext>
            </a:extLst>
          </p:cNvPr>
          <p:cNvSpPr/>
          <p:nvPr/>
        </p:nvSpPr>
        <p:spPr>
          <a:xfrm>
            <a:off x="660400" y="14579600"/>
            <a:ext cx="558800" cy="279400"/>
          </a:xfrm>
          <a:prstGeom prst="roundRect">
            <a:avLst>
              <a:gd name="adj" fmla="val 27273"/>
            </a:avLst>
          </a:prstGeom>
          <a:solidFill>
            <a:srgbClr val="00397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11" name="TextBox 310">
            <a:extLst>
              <a:ext uri="{FF2B5EF4-FFF2-40B4-BE49-F238E27FC236}">
                <a16:creationId xmlns:a16="http://schemas.microsoft.com/office/drawing/2014/main" id="{4AE309E6-DBDA-42DE-CCB8-DE2575DBC72D}"/>
              </a:ext>
            </a:extLst>
          </p:cNvPr>
          <p:cNvSpPr txBox="1"/>
          <p:nvPr/>
        </p:nvSpPr>
        <p:spPr>
          <a:xfrm>
            <a:off x="660400" y="14579600"/>
            <a:ext cx="558800" cy="2794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>
              <a:lnSpc>
                <a:spcPct val="95000"/>
              </a:lnSpc>
            </a:pPr>
            <a:r>
              <a:rPr lang="en-US" altLang="ko-KR" sz="1000" b="1">
                <a:solidFill>
                  <a:srgbClr val="FFFFFF"/>
                </a:solidFill>
                <a:latin typeface="Consolas" panose="020B0609020204030204" pitchFamily="49" charset="0"/>
                <a:ea typeface="맑은 고딕" panose="020B0503020000020004" pitchFamily="50" charset="-127"/>
              </a:rPr>
              <a:t>?H1</a:t>
            </a:r>
            <a:endParaRPr lang="ko-KR" altLang="en-US" sz="1000" b="1">
              <a:solidFill>
                <a:srgbClr val="FFFFFF"/>
              </a:solidFill>
              <a:latin typeface="Consolas" panose="020B0609020204030204" pitchFamily="49" charset="0"/>
              <a:ea typeface="맑은 고딕" panose="020B0503020000020004" pitchFamily="50" charset="-127"/>
            </a:endParaRPr>
          </a:p>
        </p:txBody>
      </p:sp>
      <p:sp>
        <p:nvSpPr>
          <p:cNvPr id="312" name="TextBox 311">
            <a:extLst>
              <a:ext uri="{FF2B5EF4-FFF2-40B4-BE49-F238E27FC236}">
                <a16:creationId xmlns:a16="http://schemas.microsoft.com/office/drawing/2014/main" id="{229DE234-41F6-4CDA-90A3-76DE8B609779}"/>
              </a:ext>
            </a:extLst>
          </p:cNvPr>
          <p:cNvSpPr txBox="1"/>
          <p:nvPr/>
        </p:nvSpPr>
        <p:spPr>
          <a:xfrm>
            <a:off x="1346200" y="14579600"/>
            <a:ext cx="3683000" cy="381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95000"/>
              </a:lnSpc>
            </a:pPr>
            <a:r>
              <a:rPr lang="en-US" altLang="ko-KR" sz="1050">
                <a:solidFill>
                  <a:srgbClr val="1A222B"/>
                </a:solidFill>
                <a:latin typeface="Aptos" panose="020B0004020202020204" pitchFamily="34" charset="0"/>
                <a:ea typeface="맑은 고딕" panose="020B0503020000020004" pitchFamily="50" charset="-127"/>
              </a:rPr>
              <a:t>short-circuit</a:t>
            </a:r>
            <a:r>
              <a:rPr lang="ko-KR" altLang="en-US" sz="1050">
                <a:solidFill>
                  <a:srgbClr val="1A222B"/>
                </a:solidFill>
                <a:latin typeface="Aptos" panose="020B0004020202020204" pitchFamily="34" charset="0"/>
                <a:ea typeface="맑은 고딕" panose="020B0503020000020004" pitchFamily="50" charset="-127"/>
              </a:rPr>
              <a:t>로 평가되지 않은 오른쪽 피연산자 </a:t>
            </a:r>
            <a:r>
              <a:rPr lang="en-US" altLang="ko-KR" sz="1050">
                <a:solidFill>
                  <a:srgbClr val="1A222B"/>
                </a:solidFill>
                <a:latin typeface="Aptos" panose="020B0004020202020204" pitchFamily="34" charset="0"/>
                <a:ea typeface="맑은 고딕" panose="020B0503020000020004" pitchFamily="50" charset="-127"/>
              </a:rPr>
              <a:t>— ExpHole</a:t>
            </a:r>
            <a:endParaRPr lang="ko-KR" altLang="en-US" sz="1050">
              <a:solidFill>
                <a:srgbClr val="1A222B"/>
              </a:solidFill>
              <a:latin typeface="Aptos" panose="020B0004020202020204" pitchFamily="34" charset="0"/>
              <a:ea typeface="맑은 고딕" panose="020B0503020000020004" pitchFamily="50" charset="-127"/>
            </a:endParaRPr>
          </a:p>
        </p:txBody>
      </p:sp>
      <p:sp>
        <p:nvSpPr>
          <p:cNvPr id="313" name="사각형: 둥근 모서리 312">
            <a:extLst>
              <a:ext uri="{FF2B5EF4-FFF2-40B4-BE49-F238E27FC236}">
                <a16:creationId xmlns:a16="http://schemas.microsoft.com/office/drawing/2014/main" id="{4644B75B-00C4-0795-E562-206A698CDAF3}"/>
              </a:ext>
            </a:extLst>
          </p:cNvPr>
          <p:cNvSpPr/>
          <p:nvPr/>
        </p:nvSpPr>
        <p:spPr>
          <a:xfrm>
            <a:off x="660400" y="15011400"/>
            <a:ext cx="558800" cy="279400"/>
          </a:xfrm>
          <a:prstGeom prst="roundRect">
            <a:avLst>
              <a:gd name="adj" fmla="val 27273"/>
            </a:avLst>
          </a:prstGeom>
          <a:solidFill>
            <a:srgbClr val="476AAD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14" name="TextBox 313">
            <a:extLst>
              <a:ext uri="{FF2B5EF4-FFF2-40B4-BE49-F238E27FC236}">
                <a16:creationId xmlns:a16="http://schemas.microsoft.com/office/drawing/2014/main" id="{FC99A7BA-B255-A50F-02C9-85E389CA157B}"/>
              </a:ext>
            </a:extLst>
          </p:cNvPr>
          <p:cNvSpPr txBox="1"/>
          <p:nvPr/>
        </p:nvSpPr>
        <p:spPr>
          <a:xfrm>
            <a:off x="660400" y="15011400"/>
            <a:ext cx="558800" cy="2794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>
              <a:lnSpc>
                <a:spcPct val="95000"/>
              </a:lnSpc>
            </a:pPr>
            <a:r>
              <a:rPr lang="en-US" altLang="ko-KR" sz="1000" b="1">
                <a:solidFill>
                  <a:srgbClr val="FFFFFF"/>
                </a:solidFill>
                <a:latin typeface="Consolas" panose="020B0609020204030204" pitchFamily="49" charset="0"/>
                <a:ea typeface="맑은 고딕" panose="020B0503020000020004" pitchFamily="50" charset="-127"/>
              </a:rPr>
              <a:t>?H2</a:t>
            </a:r>
            <a:endParaRPr lang="ko-KR" altLang="en-US" sz="1000" b="1">
              <a:solidFill>
                <a:srgbClr val="FFFFFF"/>
              </a:solidFill>
              <a:latin typeface="Consolas" panose="020B0609020204030204" pitchFamily="49" charset="0"/>
              <a:ea typeface="맑은 고딕" panose="020B0503020000020004" pitchFamily="50" charset="-127"/>
            </a:endParaRPr>
          </a:p>
        </p:txBody>
      </p:sp>
      <p:sp>
        <p:nvSpPr>
          <p:cNvPr id="315" name="TextBox 314">
            <a:extLst>
              <a:ext uri="{FF2B5EF4-FFF2-40B4-BE49-F238E27FC236}">
                <a16:creationId xmlns:a16="http://schemas.microsoft.com/office/drawing/2014/main" id="{0B8E2B2E-AA05-B793-7669-CCCCAAFBEC12}"/>
              </a:ext>
            </a:extLst>
          </p:cNvPr>
          <p:cNvSpPr txBox="1"/>
          <p:nvPr/>
        </p:nvSpPr>
        <p:spPr>
          <a:xfrm>
            <a:off x="1346200" y="15011400"/>
            <a:ext cx="3683000" cy="533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95000"/>
              </a:lnSpc>
            </a:pPr>
            <a:r>
              <a:rPr lang="ko-KR" altLang="en-US" sz="1050">
                <a:solidFill>
                  <a:srgbClr val="1A222B"/>
                </a:solidFill>
                <a:latin typeface="Aptos" panose="020B0004020202020204" pitchFamily="34" charset="0"/>
                <a:ea typeface="맑은 고딕" panose="020B0503020000020004" pitchFamily="50" charset="-127"/>
              </a:rPr>
              <a:t>선택되지 않은 </a:t>
            </a:r>
            <a:r>
              <a:rPr lang="en-US" altLang="ko-KR" sz="1050">
                <a:solidFill>
                  <a:srgbClr val="1A222B"/>
                </a:solidFill>
                <a:latin typeface="Aptos" panose="020B0004020202020204" pitchFamily="34" charset="0"/>
                <a:ea typeface="맑은 고딕" panose="020B0503020000020004" pitchFamily="50" charset="-127"/>
              </a:rPr>
              <a:t>branch, </a:t>
            </a:r>
            <a:r>
              <a:rPr lang="ko-KR" altLang="en-US" sz="1050">
                <a:solidFill>
                  <a:srgbClr val="1A222B"/>
                </a:solidFill>
                <a:latin typeface="Aptos" panose="020B0004020202020204" pitchFamily="34" charset="0"/>
                <a:ea typeface="맑은 고딕" panose="020B0503020000020004" pitchFamily="50" charset="-127"/>
              </a:rPr>
              <a:t>또는 </a:t>
            </a:r>
            <a:r>
              <a:rPr lang="en-US" altLang="ko-KR" sz="1050">
                <a:solidFill>
                  <a:srgbClr val="1A222B"/>
                </a:solidFill>
                <a:latin typeface="Aptos" panose="020B0004020202020204" pitchFamily="34" charset="0"/>
                <a:ea typeface="맑은 고딕" panose="020B0503020000020004" pitchFamily="50" charset="-127"/>
              </a:rPr>
              <a:t>return · break · continue </a:t>
            </a:r>
            <a:r>
              <a:rPr lang="ko-KR" altLang="en-US" sz="1050">
                <a:solidFill>
                  <a:srgbClr val="1A222B"/>
                </a:solidFill>
                <a:latin typeface="Aptos" panose="020B0004020202020204" pitchFamily="34" charset="0"/>
                <a:ea typeface="맑은 고딕" panose="020B0503020000020004" pitchFamily="50" charset="-127"/>
              </a:rPr>
              <a:t>뒤에 잘린 </a:t>
            </a:r>
            <a:r>
              <a:rPr lang="en-US" altLang="ko-KR" sz="1050">
                <a:solidFill>
                  <a:srgbClr val="1A222B"/>
                </a:solidFill>
                <a:latin typeface="Aptos" panose="020B0004020202020204" pitchFamily="34" charset="0"/>
                <a:ea typeface="맑은 고딕" panose="020B0503020000020004" pitchFamily="50" charset="-127"/>
              </a:rPr>
              <a:t>block </a:t>
            </a:r>
            <a:r>
              <a:rPr lang="ko-KR" altLang="en-US" sz="1050">
                <a:solidFill>
                  <a:srgbClr val="1A222B"/>
                </a:solidFill>
                <a:latin typeface="Aptos" panose="020B0004020202020204" pitchFamily="34" charset="0"/>
                <a:ea typeface="맑은 고딕" panose="020B0503020000020004" pitchFamily="50" charset="-127"/>
              </a:rPr>
              <a:t>꼬리 </a:t>
            </a:r>
            <a:r>
              <a:rPr lang="en-US" altLang="ko-KR" sz="1050">
                <a:solidFill>
                  <a:srgbClr val="1A222B"/>
                </a:solidFill>
                <a:latin typeface="Aptos" panose="020B0004020202020204" pitchFamily="34" charset="0"/>
                <a:ea typeface="맑은 고딕" panose="020B0503020000020004" pitchFamily="50" charset="-127"/>
              </a:rPr>
              <a:t>— StmtSeqHole</a:t>
            </a:r>
            <a:endParaRPr lang="ko-KR" altLang="en-US" sz="1050">
              <a:solidFill>
                <a:srgbClr val="1A222B"/>
              </a:solidFill>
              <a:latin typeface="Aptos" panose="020B0004020202020204" pitchFamily="34" charset="0"/>
              <a:ea typeface="맑은 고딕" panose="020B0503020000020004" pitchFamily="50" charset="-127"/>
            </a:endParaRPr>
          </a:p>
        </p:txBody>
      </p:sp>
      <p:sp>
        <p:nvSpPr>
          <p:cNvPr id="316" name="사각형: 둥근 모서리 315">
            <a:extLst>
              <a:ext uri="{FF2B5EF4-FFF2-40B4-BE49-F238E27FC236}">
                <a16:creationId xmlns:a16="http://schemas.microsoft.com/office/drawing/2014/main" id="{A1036FAA-D3B9-BEF1-7EF3-43B3D7F92833}"/>
              </a:ext>
            </a:extLst>
          </p:cNvPr>
          <p:cNvSpPr/>
          <p:nvPr/>
        </p:nvSpPr>
        <p:spPr>
          <a:xfrm>
            <a:off x="660400" y="15595600"/>
            <a:ext cx="4368800" cy="381000"/>
          </a:xfrm>
          <a:prstGeom prst="roundRect">
            <a:avLst>
              <a:gd name="adj" fmla="val 23333"/>
            </a:avLst>
          </a:prstGeom>
          <a:solidFill>
            <a:srgbClr val="00397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17" name="TextBox 316">
            <a:extLst>
              <a:ext uri="{FF2B5EF4-FFF2-40B4-BE49-F238E27FC236}">
                <a16:creationId xmlns:a16="http://schemas.microsoft.com/office/drawing/2014/main" id="{9F7C96D9-FD16-242C-4E41-B82478335448}"/>
              </a:ext>
            </a:extLst>
          </p:cNvPr>
          <p:cNvSpPr txBox="1"/>
          <p:nvPr/>
        </p:nvSpPr>
        <p:spPr>
          <a:xfrm>
            <a:off x="863600" y="15595600"/>
            <a:ext cx="3962400" cy="3810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>
              <a:lnSpc>
                <a:spcPct val="95000"/>
              </a:lnSpc>
            </a:pPr>
            <a:r>
              <a:rPr lang="ko-KR" altLang="en-US" sz="1100" b="1">
                <a:solidFill>
                  <a:srgbClr val="FFFFFF"/>
                </a:solidFill>
                <a:latin typeface="Aptos" panose="020B0004020202020204" pitchFamily="34" charset="0"/>
                <a:ea typeface="맑은 고딕" panose="020B0503020000020004" pitchFamily="50" charset="-127"/>
              </a:rPr>
              <a:t>실행된 자리에는 </a:t>
            </a:r>
            <a:r>
              <a:rPr lang="en-US" altLang="ko-KR" sz="1100" b="1">
                <a:solidFill>
                  <a:srgbClr val="FFFFFF"/>
                </a:solidFill>
                <a:latin typeface="Aptos" panose="020B0004020202020204" pitchFamily="34" charset="0"/>
                <a:ea typeface="맑은 고딕" panose="020B0503020000020004" pitchFamily="50" charset="-127"/>
              </a:rPr>
              <a:t>hole</a:t>
            </a:r>
            <a:r>
              <a:rPr lang="ko-KR" altLang="en-US" sz="1100" b="1">
                <a:solidFill>
                  <a:srgbClr val="FFFFFF"/>
                </a:solidFill>
                <a:latin typeface="Aptos" panose="020B0004020202020204" pitchFamily="34" charset="0"/>
                <a:ea typeface="맑은 고딕" panose="020B0503020000020004" pitchFamily="50" charset="-127"/>
              </a:rPr>
              <a:t>이 남을 수 없다</a:t>
            </a:r>
            <a:r>
              <a:rPr lang="en-US" altLang="ko-KR" sz="1100" b="1">
                <a:solidFill>
                  <a:srgbClr val="FFFFFF"/>
                </a:solidFill>
                <a:latin typeface="Aptos" panose="020B0004020202020204" pitchFamily="34" charset="0"/>
                <a:ea typeface="맑은 고딕" panose="020B0503020000020004" pitchFamily="50" charset="-127"/>
              </a:rPr>
              <a:t>.</a:t>
            </a:r>
            <a:endParaRPr lang="ko-KR" altLang="en-US" sz="1100" b="1">
              <a:solidFill>
                <a:srgbClr val="FFFFFF"/>
              </a:solidFill>
              <a:latin typeface="Aptos" panose="020B0004020202020204" pitchFamily="34" charset="0"/>
              <a:ea typeface="맑은 고딕" panose="020B0503020000020004" pitchFamily="50" charset="-127"/>
            </a:endParaRPr>
          </a:p>
        </p:txBody>
      </p:sp>
      <p:sp>
        <p:nvSpPr>
          <p:cNvPr id="318" name="TextBox 317">
            <a:extLst>
              <a:ext uri="{FF2B5EF4-FFF2-40B4-BE49-F238E27FC236}">
                <a16:creationId xmlns:a16="http://schemas.microsoft.com/office/drawing/2014/main" id="{FCA02126-99A4-AF85-A52C-F997A6A0CCC5}"/>
              </a:ext>
            </a:extLst>
          </p:cNvPr>
          <p:cNvSpPr txBox="1"/>
          <p:nvPr/>
        </p:nvSpPr>
        <p:spPr>
          <a:xfrm>
            <a:off x="660400" y="16078200"/>
            <a:ext cx="4368800" cy="5842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95000"/>
              </a:lnSpc>
            </a:pPr>
            <a:r>
              <a:rPr lang="ko-KR" altLang="en-US" sz="1050">
                <a:solidFill>
                  <a:srgbClr val="3E4A57"/>
                </a:solidFill>
                <a:latin typeface="Aptos" panose="020B0004020202020204" pitchFamily="34" charset="0"/>
                <a:ea typeface="맑은 고딕" panose="020B0503020000020004" pitchFamily="50" charset="-127"/>
              </a:rPr>
              <a:t>같은 정적 위치가 </a:t>
            </a:r>
            <a:r>
              <a:rPr lang="en-US" altLang="ko-KR" sz="1050">
                <a:solidFill>
                  <a:srgbClr val="3E4A57"/>
                </a:solidFill>
                <a:latin typeface="Aptos" panose="020B0004020202020204" pitchFamily="34" charset="0"/>
                <a:ea typeface="맑은 고딕" panose="020B0503020000020004" pitchFamily="50" charset="-127"/>
              </a:rPr>
              <a:t>loop · </a:t>
            </a:r>
            <a:r>
              <a:rPr lang="ko-KR" altLang="en-US" sz="1050">
                <a:solidFill>
                  <a:srgbClr val="3E4A57"/>
                </a:solidFill>
                <a:latin typeface="Aptos" panose="020B0004020202020204" pitchFamily="34" charset="0"/>
                <a:ea typeface="맑은 고딕" panose="020B0503020000020004" pitchFamily="50" charset="-127"/>
              </a:rPr>
              <a:t>재귀로 여러 번 실행되면 그 조각들이 서로 맞아야 한다</a:t>
            </a:r>
            <a:r>
              <a:rPr lang="en-US" altLang="ko-KR" sz="1050">
                <a:solidFill>
                  <a:srgbClr val="3E4A57"/>
                </a:solidFill>
                <a:latin typeface="Aptos" panose="020B0004020202020204" pitchFamily="34" charset="0"/>
                <a:ea typeface="맑은 고딕" panose="020B0503020000020004" pitchFamily="50" charset="-127"/>
              </a:rPr>
              <a:t>. </a:t>
            </a:r>
            <a:r>
              <a:rPr lang="ko-KR" altLang="en-US" sz="1050">
                <a:solidFill>
                  <a:srgbClr val="3E4A57"/>
                </a:solidFill>
                <a:latin typeface="Aptos" panose="020B0004020202020204" pitchFamily="34" charset="0"/>
                <a:ea typeface="맑은 고딕" panose="020B0503020000020004" pitchFamily="50" charset="-127"/>
              </a:rPr>
              <a:t>타입 추론에서와 같은 </a:t>
            </a:r>
            <a:r>
              <a:rPr lang="en-US" altLang="ko-KR" sz="1050">
                <a:solidFill>
                  <a:srgbClr val="3E4A57"/>
                </a:solidFill>
                <a:latin typeface="Aptos" panose="020B0004020202020204" pitchFamily="34" charset="0"/>
                <a:ea typeface="맑은 고딕" panose="020B0503020000020004" pitchFamily="50" charset="-127"/>
              </a:rPr>
              <a:t>unification</a:t>
            </a:r>
            <a:r>
              <a:rPr lang="ko-KR" altLang="en-US" sz="1050">
                <a:solidFill>
                  <a:srgbClr val="3E4A57"/>
                </a:solidFill>
                <a:latin typeface="Aptos" panose="020B0004020202020204" pitchFamily="34" charset="0"/>
                <a:ea typeface="맑은 고딕" panose="020B0503020000020004" pitchFamily="50" charset="-127"/>
              </a:rPr>
              <a:t>으로 맞추고</a:t>
            </a:r>
            <a:r>
              <a:rPr lang="en-US" altLang="ko-KR" sz="1050">
                <a:solidFill>
                  <a:srgbClr val="3E4A57"/>
                </a:solidFill>
                <a:latin typeface="Aptos" panose="020B0004020202020204" pitchFamily="34" charset="0"/>
                <a:ea typeface="맑은 고딕" panose="020B0503020000020004" pitchFamily="50" charset="-127"/>
              </a:rPr>
              <a:t>, </a:t>
            </a:r>
            <a:r>
              <a:rPr lang="ko-KR" altLang="en-US" sz="1050">
                <a:solidFill>
                  <a:srgbClr val="3E4A57"/>
                </a:solidFill>
                <a:latin typeface="Aptos" panose="020B0004020202020204" pitchFamily="34" charset="0"/>
                <a:ea typeface="맑은 고딕" panose="020B0503020000020004" pitchFamily="50" charset="-127"/>
              </a:rPr>
              <a:t>나무와 </a:t>
            </a:r>
            <a:r>
              <a:rPr lang="en-US" altLang="ko-KR" sz="1050">
                <a:solidFill>
                  <a:srgbClr val="3E4A57"/>
                </a:solidFill>
                <a:latin typeface="Aptos" panose="020B0004020202020204" pitchFamily="34" charset="0"/>
                <a:ea typeface="맑은 고딕" panose="020B0503020000020004" pitchFamily="50" charset="-127"/>
              </a:rPr>
              <a:t>substitution</a:t>
            </a:r>
            <a:r>
              <a:rPr lang="ko-KR" altLang="en-US" sz="1050">
                <a:solidFill>
                  <a:srgbClr val="3E4A57"/>
                </a:solidFill>
                <a:latin typeface="Aptos" panose="020B0004020202020204" pitchFamily="34" charset="0"/>
                <a:ea typeface="맑은 고딕" panose="020B0503020000020004" pitchFamily="50" charset="-127"/>
              </a:rPr>
              <a:t>을 따로 들고 다닌다</a:t>
            </a:r>
            <a:r>
              <a:rPr lang="en-US" altLang="ko-KR" sz="1050">
                <a:solidFill>
                  <a:srgbClr val="3E4A57"/>
                </a:solidFill>
                <a:latin typeface="Aptos" panose="020B0004020202020204" pitchFamily="34" charset="0"/>
                <a:ea typeface="맑은 고딕" panose="020B0503020000020004" pitchFamily="50" charset="-127"/>
              </a:rPr>
              <a:t>.</a:t>
            </a:r>
            <a:endParaRPr lang="ko-KR" altLang="en-US" sz="1050">
              <a:solidFill>
                <a:srgbClr val="3E4A57"/>
              </a:solidFill>
              <a:latin typeface="Aptos" panose="020B0004020202020204" pitchFamily="34" charset="0"/>
              <a:ea typeface="맑은 고딕" panose="020B0503020000020004" pitchFamily="50" charset="-127"/>
            </a:endParaRPr>
          </a:p>
        </p:txBody>
      </p:sp>
      <p:sp>
        <p:nvSpPr>
          <p:cNvPr id="319" name="TextBox 318">
            <a:extLst>
              <a:ext uri="{FF2B5EF4-FFF2-40B4-BE49-F238E27FC236}">
                <a16:creationId xmlns:a16="http://schemas.microsoft.com/office/drawing/2014/main" id="{9895EC3D-9112-1175-91C6-F395DD06667A}"/>
              </a:ext>
            </a:extLst>
          </p:cNvPr>
          <p:cNvSpPr txBox="1"/>
          <p:nvPr/>
        </p:nvSpPr>
        <p:spPr>
          <a:xfrm>
            <a:off x="5359400" y="12598400"/>
            <a:ext cx="558800" cy="4318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>
              <a:lnSpc>
                <a:spcPct val="95000"/>
              </a:lnSpc>
            </a:pPr>
            <a:r>
              <a:rPr lang="en-US" altLang="ko-KR" sz="2500" b="1">
                <a:solidFill>
                  <a:srgbClr val="E7A811"/>
                </a:solidFill>
                <a:latin typeface="Aptos" panose="020B0004020202020204" pitchFamily="34" charset="0"/>
                <a:ea typeface="맑은 고딕" panose="020B0503020000020004" pitchFamily="50" charset="-127"/>
              </a:rPr>
              <a:t>06</a:t>
            </a:r>
            <a:endParaRPr lang="ko-KR" altLang="en-US" sz="2500" b="1">
              <a:solidFill>
                <a:srgbClr val="E7A811"/>
              </a:solidFill>
              <a:latin typeface="Aptos" panose="020B0004020202020204" pitchFamily="34" charset="0"/>
              <a:ea typeface="맑은 고딕" panose="020B0503020000020004" pitchFamily="50" charset="-127"/>
            </a:endParaRPr>
          </a:p>
        </p:txBody>
      </p:sp>
      <p:sp>
        <p:nvSpPr>
          <p:cNvPr id="320" name="TextBox 319">
            <a:extLst>
              <a:ext uri="{FF2B5EF4-FFF2-40B4-BE49-F238E27FC236}">
                <a16:creationId xmlns:a16="http://schemas.microsoft.com/office/drawing/2014/main" id="{75915BA7-2501-68E3-331B-640CB0560EE4}"/>
              </a:ext>
            </a:extLst>
          </p:cNvPr>
          <p:cNvSpPr txBox="1"/>
          <p:nvPr/>
        </p:nvSpPr>
        <p:spPr>
          <a:xfrm>
            <a:off x="5969000" y="12598400"/>
            <a:ext cx="8458200" cy="4318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>
              <a:lnSpc>
                <a:spcPct val="95000"/>
              </a:lnSpc>
            </a:pPr>
            <a:r>
              <a:rPr lang="en-US" altLang="ko-KR" sz="2500" b="1">
                <a:solidFill>
                  <a:srgbClr val="00397F"/>
                </a:solidFill>
                <a:latin typeface="Aptos" panose="020B0004020202020204" pitchFamily="34" charset="0"/>
                <a:ea typeface="맑은 고딕" panose="020B0503020000020004" pitchFamily="50" charset="-127"/>
              </a:rPr>
              <a:t>hole</a:t>
            </a:r>
            <a:r>
              <a:rPr lang="ko-KR" altLang="en-US" sz="2500" b="1">
                <a:solidFill>
                  <a:srgbClr val="00397F"/>
                </a:solidFill>
                <a:latin typeface="Aptos" panose="020B0004020202020204" pitchFamily="34" charset="0"/>
                <a:ea typeface="맑은 고딕" panose="020B0503020000020004" pitchFamily="50" charset="-127"/>
              </a:rPr>
              <a:t>을 채워 분석기에 넣는다</a:t>
            </a:r>
          </a:p>
        </p:txBody>
      </p:sp>
      <p:sp>
        <p:nvSpPr>
          <p:cNvPr id="321" name="TextBox 320">
            <a:extLst>
              <a:ext uri="{FF2B5EF4-FFF2-40B4-BE49-F238E27FC236}">
                <a16:creationId xmlns:a16="http://schemas.microsoft.com/office/drawing/2014/main" id="{027557A0-95C6-4CB1-E25C-2C40373E588F}"/>
              </a:ext>
            </a:extLst>
          </p:cNvPr>
          <p:cNvSpPr txBox="1"/>
          <p:nvPr/>
        </p:nvSpPr>
        <p:spPr>
          <a:xfrm>
            <a:off x="5359400" y="13233400"/>
            <a:ext cx="9067800" cy="431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95000"/>
              </a:lnSpc>
            </a:pPr>
            <a:r>
              <a:rPr lang="en-US" altLang="ko-KR" sz="1150">
                <a:solidFill>
                  <a:srgbClr val="1A222B"/>
                </a:solidFill>
                <a:latin typeface="Aptos" panose="020B0004020202020204" pitchFamily="34" charset="0"/>
                <a:ea typeface="맑은 고딕" panose="020B0503020000020004" pitchFamily="50" charset="-127"/>
              </a:rPr>
              <a:t>hole </a:t>
            </a:r>
            <a:r>
              <a:rPr lang="ko-KR" altLang="en-US" sz="1150">
                <a:solidFill>
                  <a:srgbClr val="1A222B"/>
                </a:solidFill>
                <a:latin typeface="Aptos" panose="020B0004020202020204" pitchFamily="34" charset="0"/>
                <a:ea typeface="맑은 고딕" panose="020B0503020000020004" pitchFamily="50" charset="-127"/>
              </a:rPr>
              <a:t>자리는 어차피 실행되지 않았다</a:t>
            </a:r>
            <a:r>
              <a:rPr lang="en-US" altLang="ko-KR" sz="1150">
                <a:solidFill>
                  <a:srgbClr val="1A222B"/>
                </a:solidFill>
                <a:latin typeface="Aptos" panose="020B0004020202020204" pitchFamily="34" charset="0"/>
                <a:ea typeface="맑은 고딕" panose="020B0503020000020004" pitchFamily="50" charset="-127"/>
              </a:rPr>
              <a:t>. </a:t>
            </a:r>
            <a:r>
              <a:rPr lang="ko-KR" altLang="en-US" sz="1150">
                <a:solidFill>
                  <a:srgbClr val="1A222B"/>
                </a:solidFill>
                <a:latin typeface="Aptos" panose="020B0004020202020204" pitchFamily="34" charset="0"/>
                <a:ea typeface="맑은 고딕" panose="020B0503020000020004" pitchFamily="50" charset="-127"/>
              </a:rPr>
              <a:t>그래서 아무 코드나 채워 넣어도 이 증명나무가 말하는 실행 의미는 바뀌지 않는다</a:t>
            </a:r>
            <a:r>
              <a:rPr lang="en-US" altLang="ko-KR" sz="1150">
                <a:solidFill>
                  <a:srgbClr val="1A222B"/>
                </a:solidFill>
                <a:latin typeface="Aptos" panose="020B0004020202020204" pitchFamily="34" charset="0"/>
                <a:ea typeface="맑은 고딕" panose="020B0503020000020004" pitchFamily="50" charset="-127"/>
              </a:rPr>
              <a:t>. </a:t>
            </a:r>
            <a:r>
              <a:rPr lang="ko-KR" altLang="en-US" sz="1150">
                <a:solidFill>
                  <a:srgbClr val="1A222B"/>
                </a:solidFill>
                <a:latin typeface="Aptos" panose="020B0004020202020204" pitchFamily="34" charset="0"/>
                <a:ea typeface="맑은 고딕" panose="020B0503020000020004" pitchFamily="50" charset="-127"/>
              </a:rPr>
              <a:t>문맥이 맞을 필요도 없다</a:t>
            </a:r>
            <a:r>
              <a:rPr lang="en-US" altLang="ko-KR" sz="1150">
                <a:solidFill>
                  <a:srgbClr val="1A222B"/>
                </a:solidFill>
                <a:latin typeface="Aptos" panose="020B0004020202020204" pitchFamily="34" charset="0"/>
                <a:ea typeface="맑은 고딕" panose="020B0503020000020004" pitchFamily="50" charset="-127"/>
              </a:rPr>
              <a:t>. </a:t>
            </a:r>
            <a:r>
              <a:rPr lang="ko-KR" altLang="en-US" sz="1150">
                <a:solidFill>
                  <a:srgbClr val="1A222B"/>
                </a:solidFill>
                <a:latin typeface="Aptos" panose="020B0004020202020204" pitchFamily="34" charset="0"/>
                <a:ea typeface="맑은 고딕" panose="020B0503020000020004" pitchFamily="50" charset="-127"/>
              </a:rPr>
              <a:t>새로운 실행이 생기지 않도록 함수 호출만 넣지 않는다</a:t>
            </a:r>
            <a:r>
              <a:rPr lang="en-US" altLang="ko-KR" sz="1150">
                <a:solidFill>
                  <a:srgbClr val="1A222B"/>
                </a:solidFill>
                <a:latin typeface="Aptos" panose="020B0004020202020204" pitchFamily="34" charset="0"/>
                <a:ea typeface="맑은 고딕" panose="020B0503020000020004" pitchFamily="50" charset="-127"/>
              </a:rPr>
              <a:t>.</a:t>
            </a:r>
            <a:endParaRPr lang="ko-KR" altLang="en-US" sz="1150">
              <a:solidFill>
                <a:srgbClr val="1A222B"/>
              </a:solidFill>
              <a:latin typeface="Aptos" panose="020B0004020202020204" pitchFamily="34" charset="0"/>
              <a:ea typeface="맑은 고딕" panose="020B0503020000020004" pitchFamily="50" charset="-127"/>
            </a:endParaRPr>
          </a:p>
        </p:txBody>
      </p:sp>
      <p:sp>
        <p:nvSpPr>
          <p:cNvPr id="322" name="사각형: 둥근 모서리 321">
            <a:extLst>
              <a:ext uri="{FF2B5EF4-FFF2-40B4-BE49-F238E27FC236}">
                <a16:creationId xmlns:a16="http://schemas.microsoft.com/office/drawing/2014/main" id="{293F4F2E-1DEB-0CED-0329-1A2B8713027C}"/>
              </a:ext>
            </a:extLst>
          </p:cNvPr>
          <p:cNvSpPr/>
          <p:nvPr/>
        </p:nvSpPr>
        <p:spPr>
          <a:xfrm>
            <a:off x="5207000" y="13716000"/>
            <a:ext cx="9398000" cy="1625600"/>
          </a:xfrm>
          <a:prstGeom prst="roundRect">
            <a:avLst>
              <a:gd name="adj" fmla="val 10938"/>
            </a:avLst>
          </a:prstGeom>
          <a:solidFill>
            <a:srgbClr val="EFF4F8"/>
          </a:solidFill>
          <a:ln w="12700">
            <a:solidFill>
              <a:srgbClr val="C3CFD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23" name="사각형: 둥근 모서리 322">
            <a:extLst>
              <a:ext uri="{FF2B5EF4-FFF2-40B4-BE49-F238E27FC236}">
                <a16:creationId xmlns:a16="http://schemas.microsoft.com/office/drawing/2014/main" id="{580E5E70-7F57-F03F-3E01-3FE1FCB416FC}"/>
              </a:ext>
            </a:extLst>
          </p:cNvPr>
          <p:cNvSpPr/>
          <p:nvPr/>
        </p:nvSpPr>
        <p:spPr>
          <a:xfrm>
            <a:off x="5359400" y="14185900"/>
            <a:ext cx="1930400" cy="685800"/>
          </a:xfrm>
          <a:prstGeom prst="roundRect">
            <a:avLst>
              <a:gd name="adj" fmla="val 14815"/>
            </a:avLst>
          </a:prstGeom>
          <a:solidFill>
            <a:srgbClr val="FFFFFF"/>
          </a:solidFill>
          <a:ln w="12700">
            <a:solidFill>
              <a:srgbClr val="C3CFD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24" name="TextBox 323">
            <a:extLst>
              <a:ext uri="{FF2B5EF4-FFF2-40B4-BE49-F238E27FC236}">
                <a16:creationId xmlns:a16="http://schemas.microsoft.com/office/drawing/2014/main" id="{C793F7CB-CFAF-3F74-2097-76CC7FB770DC}"/>
              </a:ext>
            </a:extLst>
          </p:cNvPr>
          <p:cNvSpPr txBox="1"/>
          <p:nvPr/>
        </p:nvSpPr>
        <p:spPr>
          <a:xfrm>
            <a:off x="5435600" y="14287500"/>
            <a:ext cx="1778000" cy="2286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>
              <a:lnSpc>
                <a:spcPct val="95000"/>
              </a:lnSpc>
            </a:pPr>
            <a:r>
              <a:rPr lang="ko-KR" altLang="en-US" sz="1150" b="1">
                <a:solidFill>
                  <a:srgbClr val="00397F"/>
                </a:solidFill>
                <a:latin typeface="Aptos" panose="020B0004020202020204" pitchFamily="34" charset="0"/>
                <a:ea typeface="맑은 고딕" panose="020B0503020000020004" pitchFamily="50" charset="-127"/>
              </a:rPr>
              <a:t>완성된 </a:t>
            </a:r>
            <a:r>
              <a:rPr lang="en-US" altLang="ko-KR" sz="1150" b="1">
                <a:solidFill>
                  <a:srgbClr val="00397F"/>
                </a:solidFill>
                <a:latin typeface="Aptos" panose="020B0004020202020204" pitchFamily="34" charset="0"/>
                <a:ea typeface="맑은 고딕" panose="020B0503020000020004" pitchFamily="50" charset="-127"/>
              </a:rPr>
              <a:t>holed </a:t>
            </a:r>
            <a:r>
              <a:rPr lang="ko-KR" altLang="en-US" sz="1150" b="1">
                <a:solidFill>
                  <a:srgbClr val="00397F"/>
                </a:solidFill>
                <a:latin typeface="Aptos" panose="020B0004020202020204" pitchFamily="34" charset="0"/>
                <a:ea typeface="맑은 고딕" panose="020B0503020000020004" pitchFamily="50" charset="-127"/>
              </a:rPr>
              <a:t>증명나무</a:t>
            </a:r>
          </a:p>
        </p:txBody>
      </p:sp>
      <p:sp>
        <p:nvSpPr>
          <p:cNvPr id="325" name="TextBox 324">
            <a:extLst>
              <a:ext uri="{FF2B5EF4-FFF2-40B4-BE49-F238E27FC236}">
                <a16:creationId xmlns:a16="http://schemas.microsoft.com/office/drawing/2014/main" id="{92BE8805-0E98-CF6C-CB02-6C54B0FE6F3B}"/>
              </a:ext>
            </a:extLst>
          </p:cNvPr>
          <p:cNvSpPr txBox="1"/>
          <p:nvPr/>
        </p:nvSpPr>
        <p:spPr>
          <a:xfrm>
            <a:off x="5461000" y="14516100"/>
            <a:ext cx="1727200" cy="2921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>
              <a:lnSpc>
                <a:spcPct val="95000"/>
              </a:lnSpc>
            </a:pPr>
            <a:r>
              <a:rPr lang="ko-KR" altLang="en-US" sz="950">
                <a:solidFill>
                  <a:srgbClr val="3E4A57"/>
                </a:solidFill>
                <a:latin typeface="Aptos" panose="020B0004020202020204" pitchFamily="34" charset="0"/>
                <a:ea typeface="맑은 고딕" panose="020B0503020000020004" pitchFamily="50" charset="-127"/>
              </a:rPr>
              <a:t>미실행 자리는 아직 </a:t>
            </a:r>
            <a:r>
              <a:rPr lang="en-US" altLang="ko-KR" sz="950">
                <a:solidFill>
                  <a:srgbClr val="3E4A57"/>
                </a:solidFill>
                <a:latin typeface="Aptos" panose="020B0004020202020204" pitchFamily="34" charset="0"/>
                <a:ea typeface="맑은 고딕" panose="020B0503020000020004" pitchFamily="50" charset="-127"/>
              </a:rPr>
              <a:t>hole</a:t>
            </a:r>
            <a:endParaRPr lang="ko-KR" altLang="en-US" sz="950">
              <a:solidFill>
                <a:srgbClr val="3E4A57"/>
              </a:solidFill>
              <a:latin typeface="Aptos" panose="020B0004020202020204" pitchFamily="34" charset="0"/>
              <a:ea typeface="맑은 고딕" panose="020B0503020000020004" pitchFamily="50" charset="-127"/>
            </a:endParaRPr>
          </a:p>
        </p:txBody>
      </p:sp>
      <p:cxnSp>
        <p:nvCxnSpPr>
          <p:cNvPr id="326" name="직선 연결선 325">
            <a:extLst>
              <a:ext uri="{FF2B5EF4-FFF2-40B4-BE49-F238E27FC236}">
                <a16:creationId xmlns:a16="http://schemas.microsoft.com/office/drawing/2014/main" id="{331226DC-9C8F-400D-43FA-580A13CFAE4A}"/>
              </a:ext>
            </a:extLst>
          </p:cNvPr>
          <p:cNvCxnSpPr/>
          <p:nvPr/>
        </p:nvCxnSpPr>
        <p:spPr>
          <a:xfrm>
            <a:off x="7340600" y="14528800"/>
            <a:ext cx="203200" cy="0"/>
          </a:xfrm>
          <a:prstGeom prst="line">
            <a:avLst/>
          </a:prstGeom>
          <a:ln w="17780">
            <a:solidFill>
              <a:srgbClr val="476AAD"/>
            </a:solidFill>
            <a:tailEnd type="arrow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7" name="사각형: 둥근 모서리 326">
            <a:extLst>
              <a:ext uri="{FF2B5EF4-FFF2-40B4-BE49-F238E27FC236}">
                <a16:creationId xmlns:a16="http://schemas.microsoft.com/office/drawing/2014/main" id="{DC44F7E4-4F99-62AE-6ED2-1577B5CDA36A}"/>
              </a:ext>
            </a:extLst>
          </p:cNvPr>
          <p:cNvSpPr/>
          <p:nvPr/>
        </p:nvSpPr>
        <p:spPr>
          <a:xfrm>
            <a:off x="7569200" y="14185900"/>
            <a:ext cx="1752600" cy="685800"/>
          </a:xfrm>
          <a:prstGeom prst="roundRect">
            <a:avLst>
              <a:gd name="adj" fmla="val 14815"/>
            </a:avLst>
          </a:prstGeom>
          <a:solidFill>
            <a:srgbClr val="D6DEEB"/>
          </a:solidFill>
          <a:ln w="12700">
            <a:solidFill>
              <a:srgbClr val="D6DEE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28" name="TextBox 327">
            <a:extLst>
              <a:ext uri="{FF2B5EF4-FFF2-40B4-BE49-F238E27FC236}">
                <a16:creationId xmlns:a16="http://schemas.microsoft.com/office/drawing/2014/main" id="{A057695E-7977-B87E-4727-66ABE10828EB}"/>
              </a:ext>
            </a:extLst>
          </p:cNvPr>
          <p:cNvSpPr txBox="1"/>
          <p:nvPr/>
        </p:nvSpPr>
        <p:spPr>
          <a:xfrm>
            <a:off x="7645400" y="14287500"/>
            <a:ext cx="1600200" cy="2286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>
              <a:lnSpc>
                <a:spcPct val="95000"/>
              </a:lnSpc>
            </a:pPr>
            <a:r>
              <a:rPr lang="en-US" altLang="ko-KR" sz="1150" b="1">
                <a:solidFill>
                  <a:srgbClr val="00397F"/>
                </a:solidFill>
                <a:latin typeface="Aptos" panose="020B0004020202020204" pitchFamily="34" charset="0"/>
                <a:ea typeface="맑은 고딕" panose="020B0503020000020004" pitchFamily="50" charset="-127"/>
              </a:rPr>
              <a:t>hole </a:t>
            </a:r>
            <a:r>
              <a:rPr lang="ko-KR" altLang="en-US" sz="1150" b="1">
                <a:solidFill>
                  <a:srgbClr val="00397F"/>
                </a:solidFill>
                <a:latin typeface="Aptos" panose="020B0004020202020204" pitchFamily="34" charset="0"/>
                <a:ea typeface="맑은 고딕" panose="020B0503020000020004" pitchFamily="50" charset="-127"/>
              </a:rPr>
              <a:t>채우기</a:t>
            </a:r>
          </a:p>
        </p:txBody>
      </p:sp>
      <p:sp>
        <p:nvSpPr>
          <p:cNvPr id="329" name="TextBox 328">
            <a:extLst>
              <a:ext uri="{FF2B5EF4-FFF2-40B4-BE49-F238E27FC236}">
                <a16:creationId xmlns:a16="http://schemas.microsoft.com/office/drawing/2014/main" id="{ECB47A8B-3752-CD85-146E-1B26DEF8D46F}"/>
              </a:ext>
            </a:extLst>
          </p:cNvPr>
          <p:cNvSpPr txBox="1"/>
          <p:nvPr/>
        </p:nvSpPr>
        <p:spPr>
          <a:xfrm>
            <a:off x="7670800" y="14516100"/>
            <a:ext cx="1549400" cy="2921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>
              <a:lnSpc>
                <a:spcPct val="95000"/>
              </a:lnSpc>
            </a:pPr>
            <a:r>
              <a:rPr lang="ko-KR" altLang="en-US" sz="950">
                <a:solidFill>
                  <a:srgbClr val="3E4A57"/>
                </a:solidFill>
                <a:latin typeface="Aptos" panose="020B0004020202020204" pitchFamily="34" charset="0"/>
                <a:ea typeface="맑은 고딕" panose="020B0503020000020004" pitchFamily="50" charset="-127"/>
              </a:rPr>
              <a:t>아무 코드나 </a:t>
            </a:r>
            <a:r>
              <a:rPr lang="en-US" altLang="ko-KR" sz="950">
                <a:solidFill>
                  <a:srgbClr val="3E4A57"/>
                </a:solidFill>
                <a:latin typeface="Aptos" panose="020B0004020202020204" pitchFamily="34" charset="0"/>
                <a:ea typeface="맑은 고딕" panose="020B0503020000020004" pitchFamily="50" charset="-127"/>
              </a:rPr>
              <a:t>— </a:t>
            </a:r>
            <a:r>
              <a:rPr lang="ko-KR" altLang="en-US" sz="950">
                <a:solidFill>
                  <a:srgbClr val="3E4A57"/>
                </a:solidFill>
                <a:latin typeface="Aptos" panose="020B0004020202020204" pitchFamily="34" charset="0"/>
                <a:ea typeface="맑은 고딕" panose="020B0503020000020004" pitchFamily="50" charset="-127"/>
              </a:rPr>
              <a:t>호출만 제외</a:t>
            </a:r>
          </a:p>
        </p:txBody>
      </p:sp>
      <p:cxnSp>
        <p:nvCxnSpPr>
          <p:cNvPr id="330" name="직선 연결선 329">
            <a:extLst>
              <a:ext uri="{FF2B5EF4-FFF2-40B4-BE49-F238E27FC236}">
                <a16:creationId xmlns:a16="http://schemas.microsoft.com/office/drawing/2014/main" id="{0ADE4EB5-236D-1F70-BC44-ECAE478B1373}"/>
              </a:ext>
            </a:extLst>
          </p:cNvPr>
          <p:cNvCxnSpPr/>
          <p:nvPr/>
        </p:nvCxnSpPr>
        <p:spPr>
          <a:xfrm>
            <a:off x="9372600" y="14528800"/>
            <a:ext cx="203200" cy="0"/>
          </a:xfrm>
          <a:prstGeom prst="line">
            <a:avLst/>
          </a:prstGeom>
          <a:ln w="17780">
            <a:solidFill>
              <a:srgbClr val="476AAD"/>
            </a:solidFill>
            <a:tailEnd type="arrow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1" name="사각형: 둥근 모서리 330">
            <a:extLst>
              <a:ext uri="{FF2B5EF4-FFF2-40B4-BE49-F238E27FC236}">
                <a16:creationId xmlns:a16="http://schemas.microsoft.com/office/drawing/2014/main" id="{B0F5F2D5-B0EA-6C8C-8DF7-8A6245D62AE4}"/>
              </a:ext>
            </a:extLst>
          </p:cNvPr>
          <p:cNvSpPr/>
          <p:nvPr/>
        </p:nvSpPr>
        <p:spPr>
          <a:xfrm>
            <a:off x="9601200" y="14185900"/>
            <a:ext cx="1778000" cy="685800"/>
          </a:xfrm>
          <a:prstGeom prst="roundRect">
            <a:avLst>
              <a:gd name="adj" fmla="val 14815"/>
            </a:avLst>
          </a:prstGeom>
          <a:solidFill>
            <a:srgbClr val="00397F"/>
          </a:solidFill>
          <a:ln w="12700">
            <a:solidFill>
              <a:srgbClr val="00397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32" name="TextBox 331">
            <a:extLst>
              <a:ext uri="{FF2B5EF4-FFF2-40B4-BE49-F238E27FC236}">
                <a16:creationId xmlns:a16="http://schemas.microsoft.com/office/drawing/2014/main" id="{70962606-8184-64D1-CA75-9E75A671FA4E}"/>
              </a:ext>
            </a:extLst>
          </p:cNvPr>
          <p:cNvSpPr txBox="1"/>
          <p:nvPr/>
        </p:nvSpPr>
        <p:spPr>
          <a:xfrm>
            <a:off x="9677400" y="14287500"/>
            <a:ext cx="1625600" cy="2286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>
              <a:lnSpc>
                <a:spcPct val="95000"/>
              </a:lnSpc>
            </a:pPr>
            <a:r>
              <a:rPr lang="ko-KR" altLang="en-US" sz="1150" b="1">
                <a:solidFill>
                  <a:srgbClr val="FFFFFF"/>
                </a:solidFill>
                <a:latin typeface="Aptos" panose="020B0004020202020204" pitchFamily="34" charset="0"/>
                <a:ea typeface="맑은 고딕" panose="020B0503020000020004" pitchFamily="50" charset="-127"/>
              </a:rPr>
              <a:t>구체 </a:t>
            </a:r>
            <a:r>
              <a:rPr lang="en-US" altLang="ko-KR" sz="1150" b="1">
                <a:solidFill>
                  <a:srgbClr val="FFFFFF"/>
                </a:solidFill>
                <a:latin typeface="Aptos" panose="020B0004020202020204" pitchFamily="34" charset="0"/>
                <a:ea typeface="맑은 고딕" panose="020B0503020000020004" pitchFamily="50" charset="-127"/>
              </a:rPr>
              <a:t>CIL-- </a:t>
            </a:r>
            <a:r>
              <a:rPr lang="ko-KR" altLang="en-US" sz="1150" b="1">
                <a:solidFill>
                  <a:srgbClr val="FFFFFF"/>
                </a:solidFill>
                <a:latin typeface="Aptos" panose="020B0004020202020204" pitchFamily="34" charset="0"/>
                <a:ea typeface="맑은 고딕" panose="020B0503020000020004" pitchFamily="50" charset="-127"/>
              </a:rPr>
              <a:t>프로그램</a:t>
            </a:r>
          </a:p>
        </p:txBody>
      </p:sp>
      <p:sp>
        <p:nvSpPr>
          <p:cNvPr id="333" name="TextBox 332">
            <a:extLst>
              <a:ext uri="{FF2B5EF4-FFF2-40B4-BE49-F238E27FC236}">
                <a16:creationId xmlns:a16="http://schemas.microsoft.com/office/drawing/2014/main" id="{4BDCEC09-C053-EE06-0130-4CF1D647EA2E}"/>
              </a:ext>
            </a:extLst>
          </p:cNvPr>
          <p:cNvSpPr txBox="1"/>
          <p:nvPr/>
        </p:nvSpPr>
        <p:spPr>
          <a:xfrm>
            <a:off x="9702800" y="14516100"/>
            <a:ext cx="1574800" cy="2921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>
              <a:lnSpc>
                <a:spcPct val="95000"/>
              </a:lnSpc>
            </a:pPr>
            <a:r>
              <a:rPr lang="en-US" altLang="ko-KR" sz="950">
                <a:solidFill>
                  <a:srgbClr val="D6DEEB"/>
                </a:solidFill>
                <a:latin typeface="Aptos" panose="020B0004020202020204" pitchFamily="34" charset="0"/>
                <a:ea typeface="맑은 고딕" panose="020B0503020000020004" pitchFamily="50" charset="-127"/>
              </a:rPr>
              <a:t>hole </a:t>
            </a:r>
            <a:r>
              <a:rPr lang="ko-KR" altLang="en-US" sz="950">
                <a:solidFill>
                  <a:srgbClr val="D6DEEB"/>
                </a:solidFill>
                <a:latin typeface="Aptos" panose="020B0004020202020204" pitchFamily="34" charset="0"/>
                <a:ea typeface="맑은 고딕" panose="020B0503020000020004" pitchFamily="50" charset="-127"/>
              </a:rPr>
              <a:t>없는 완성된 코드</a:t>
            </a:r>
          </a:p>
        </p:txBody>
      </p:sp>
      <p:cxnSp>
        <p:nvCxnSpPr>
          <p:cNvPr id="334" name="직선 연결선 333">
            <a:extLst>
              <a:ext uri="{FF2B5EF4-FFF2-40B4-BE49-F238E27FC236}">
                <a16:creationId xmlns:a16="http://schemas.microsoft.com/office/drawing/2014/main" id="{07E64547-4BA6-0A8A-64EA-BE92747486B5}"/>
              </a:ext>
            </a:extLst>
          </p:cNvPr>
          <p:cNvCxnSpPr/>
          <p:nvPr/>
        </p:nvCxnSpPr>
        <p:spPr>
          <a:xfrm flipV="1">
            <a:off x="11404600" y="14135100"/>
            <a:ext cx="228600" cy="304800"/>
          </a:xfrm>
          <a:prstGeom prst="line">
            <a:avLst/>
          </a:prstGeom>
          <a:ln w="17780">
            <a:solidFill>
              <a:srgbClr val="476AAD"/>
            </a:solidFill>
            <a:tailEnd type="arrow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5" name="직선 연결선 334">
            <a:extLst>
              <a:ext uri="{FF2B5EF4-FFF2-40B4-BE49-F238E27FC236}">
                <a16:creationId xmlns:a16="http://schemas.microsoft.com/office/drawing/2014/main" id="{1BD70CEC-7F2A-EB5B-837B-172B2CFA2398}"/>
              </a:ext>
            </a:extLst>
          </p:cNvPr>
          <p:cNvCxnSpPr/>
          <p:nvPr/>
        </p:nvCxnSpPr>
        <p:spPr>
          <a:xfrm>
            <a:off x="11404600" y="14617700"/>
            <a:ext cx="228600" cy="304800"/>
          </a:xfrm>
          <a:prstGeom prst="line">
            <a:avLst/>
          </a:prstGeom>
          <a:ln w="17780">
            <a:solidFill>
              <a:srgbClr val="476AAD"/>
            </a:solidFill>
            <a:tailEnd type="arrow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6" name="사각형: 둥근 모서리 335">
            <a:extLst>
              <a:ext uri="{FF2B5EF4-FFF2-40B4-BE49-F238E27FC236}">
                <a16:creationId xmlns:a16="http://schemas.microsoft.com/office/drawing/2014/main" id="{CE2AE535-5A2A-777B-860A-1E167DC3E886}"/>
              </a:ext>
            </a:extLst>
          </p:cNvPr>
          <p:cNvSpPr/>
          <p:nvPr/>
        </p:nvSpPr>
        <p:spPr>
          <a:xfrm>
            <a:off x="11658600" y="13830300"/>
            <a:ext cx="1651000" cy="584200"/>
          </a:xfrm>
          <a:prstGeom prst="roundRect">
            <a:avLst>
              <a:gd name="adj" fmla="val 17391"/>
            </a:avLst>
          </a:prstGeom>
          <a:solidFill>
            <a:srgbClr val="FFFFFF"/>
          </a:solidFill>
          <a:ln w="12700">
            <a:solidFill>
              <a:srgbClr val="C3CFD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37" name="TextBox 336">
            <a:extLst>
              <a:ext uri="{FF2B5EF4-FFF2-40B4-BE49-F238E27FC236}">
                <a16:creationId xmlns:a16="http://schemas.microsoft.com/office/drawing/2014/main" id="{7AFBFC31-A30D-9934-9DB3-A37445C1D3ED}"/>
              </a:ext>
            </a:extLst>
          </p:cNvPr>
          <p:cNvSpPr txBox="1"/>
          <p:nvPr/>
        </p:nvSpPr>
        <p:spPr>
          <a:xfrm>
            <a:off x="11734800" y="13931900"/>
            <a:ext cx="1498600" cy="2286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>
              <a:lnSpc>
                <a:spcPct val="95000"/>
              </a:lnSpc>
            </a:pPr>
            <a:r>
              <a:rPr lang="ko-KR" altLang="en-US" sz="1100" b="1">
                <a:solidFill>
                  <a:srgbClr val="00397F"/>
                </a:solidFill>
                <a:latin typeface="Aptos" panose="020B0004020202020204" pitchFamily="34" charset="0"/>
                <a:ea typeface="맑은 고딕" panose="020B0503020000020004" pitchFamily="50" charset="-127"/>
              </a:rPr>
              <a:t>증명나무의 구체값</a:t>
            </a:r>
          </a:p>
        </p:txBody>
      </p:sp>
      <p:sp>
        <p:nvSpPr>
          <p:cNvPr id="338" name="TextBox 337">
            <a:extLst>
              <a:ext uri="{FF2B5EF4-FFF2-40B4-BE49-F238E27FC236}">
                <a16:creationId xmlns:a16="http://schemas.microsoft.com/office/drawing/2014/main" id="{AD296296-9A94-4E0C-A751-C2A46F281018}"/>
              </a:ext>
            </a:extLst>
          </p:cNvPr>
          <p:cNvSpPr txBox="1"/>
          <p:nvPr/>
        </p:nvSpPr>
        <p:spPr>
          <a:xfrm>
            <a:off x="11760200" y="14160500"/>
            <a:ext cx="1447800" cy="1905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>
              <a:lnSpc>
                <a:spcPct val="95000"/>
              </a:lnSpc>
            </a:pPr>
            <a:r>
              <a:rPr lang="ko-KR" altLang="en-US" sz="950">
                <a:solidFill>
                  <a:srgbClr val="3E4A57"/>
                </a:solidFill>
                <a:latin typeface="Aptos" panose="020B0004020202020204" pitchFamily="34" charset="0"/>
                <a:ea typeface="맑은 고딕" panose="020B0503020000020004" pitchFamily="50" charset="-127"/>
              </a:rPr>
              <a:t>실제 실행 의미</a:t>
            </a:r>
          </a:p>
        </p:txBody>
      </p:sp>
      <p:sp>
        <p:nvSpPr>
          <p:cNvPr id="339" name="사각형: 둥근 모서리 338">
            <a:extLst>
              <a:ext uri="{FF2B5EF4-FFF2-40B4-BE49-F238E27FC236}">
                <a16:creationId xmlns:a16="http://schemas.microsoft.com/office/drawing/2014/main" id="{6AA6FBBA-01A3-EE04-7C39-9DCE2C3BA163}"/>
              </a:ext>
            </a:extLst>
          </p:cNvPr>
          <p:cNvSpPr/>
          <p:nvPr/>
        </p:nvSpPr>
        <p:spPr>
          <a:xfrm>
            <a:off x="11658600" y="14643100"/>
            <a:ext cx="1651000" cy="584200"/>
          </a:xfrm>
          <a:prstGeom prst="roundRect">
            <a:avLst>
              <a:gd name="adj" fmla="val 17391"/>
            </a:avLst>
          </a:prstGeom>
          <a:solidFill>
            <a:srgbClr val="FFFFFF"/>
          </a:solidFill>
          <a:ln w="12700">
            <a:solidFill>
              <a:srgbClr val="C3CFD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40" name="TextBox 339">
            <a:extLst>
              <a:ext uri="{FF2B5EF4-FFF2-40B4-BE49-F238E27FC236}">
                <a16:creationId xmlns:a16="http://schemas.microsoft.com/office/drawing/2014/main" id="{7C6833B4-77A1-AA1F-EC04-EC56F64DFB96}"/>
              </a:ext>
            </a:extLst>
          </p:cNvPr>
          <p:cNvSpPr txBox="1"/>
          <p:nvPr/>
        </p:nvSpPr>
        <p:spPr>
          <a:xfrm>
            <a:off x="11734800" y="14744700"/>
            <a:ext cx="1498600" cy="2286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>
              <a:lnSpc>
                <a:spcPct val="95000"/>
              </a:lnSpc>
            </a:pPr>
            <a:r>
              <a:rPr lang="ko-KR" altLang="en-US" sz="1100" b="1">
                <a:solidFill>
                  <a:srgbClr val="00397F"/>
                </a:solidFill>
                <a:latin typeface="Aptos" panose="020B0004020202020204" pitchFamily="34" charset="0"/>
                <a:ea typeface="맑은 고딕" panose="020B0503020000020004" pitchFamily="50" charset="-127"/>
              </a:rPr>
              <a:t>분석기의 분석 결과</a:t>
            </a:r>
          </a:p>
        </p:txBody>
      </p:sp>
      <p:sp>
        <p:nvSpPr>
          <p:cNvPr id="341" name="TextBox 340">
            <a:extLst>
              <a:ext uri="{FF2B5EF4-FFF2-40B4-BE49-F238E27FC236}">
                <a16:creationId xmlns:a16="http://schemas.microsoft.com/office/drawing/2014/main" id="{ABF1D656-EF09-8931-4B96-472D6B4C11BD}"/>
              </a:ext>
            </a:extLst>
          </p:cNvPr>
          <p:cNvSpPr txBox="1"/>
          <p:nvPr/>
        </p:nvSpPr>
        <p:spPr>
          <a:xfrm>
            <a:off x="11760200" y="14973300"/>
            <a:ext cx="1447800" cy="1905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>
              <a:lnSpc>
                <a:spcPct val="95000"/>
              </a:lnSpc>
            </a:pPr>
            <a:r>
              <a:rPr lang="ko-KR" altLang="en-US" sz="950">
                <a:solidFill>
                  <a:srgbClr val="3E4A57"/>
                </a:solidFill>
                <a:latin typeface="Aptos" panose="020B0004020202020204" pitchFamily="34" charset="0"/>
                <a:ea typeface="맑은 고딕" panose="020B0503020000020004" pitchFamily="50" charset="-127"/>
              </a:rPr>
              <a:t>어림잡은 값</a:t>
            </a:r>
          </a:p>
        </p:txBody>
      </p:sp>
      <p:cxnSp>
        <p:nvCxnSpPr>
          <p:cNvPr id="342" name="직선 연결선 341">
            <a:extLst>
              <a:ext uri="{FF2B5EF4-FFF2-40B4-BE49-F238E27FC236}">
                <a16:creationId xmlns:a16="http://schemas.microsoft.com/office/drawing/2014/main" id="{6277FA73-A06E-8C7F-7816-04AE0689753A}"/>
              </a:ext>
            </a:extLst>
          </p:cNvPr>
          <p:cNvCxnSpPr/>
          <p:nvPr/>
        </p:nvCxnSpPr>
        <p:spPr>
          <a:xfrm>
            <a:off x="13335000" y="14135100"/>
            <a:ext cx="228600" cy="304800"/>
          </a:xfrm>
          <a:prstGeom prst="line">
            <a:avLst/>
          </a:prstGeom>
          <a:ln w="17780">
            <a:solidFill>
              <a:srgbClr val="476AAD"/>
            </a:solidFill>
            <a:tailEnd type="arrow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3" name="직선 연결선 342">
            <a:extLst>
              <a:ext uri="{FF2B5EF4-FFF2-40B4-BE49-F238E27FC236}">
                <a16:creationId xmlns:a16="http://schemas.microsoft.com/office/drawing/2014/main" id="{A4253464-EB38-FD44-8AE0-5512CB8EC43A}"/>
              </a:ext>
            </a:extLst>
          </p:cNvPr>
          <p:cNvCxnSpPr/>
          <p:nvPr/>
        </p:nvCxnSpPr>
        <p:spPr>
          <a:xfrm flipV="1">
            <a:off x="13335000" y="14617700"/>
            <a:ext cx="228600" cy="304800"/>
          </a:xfrm>
          <a:prstGeom prst="line">
            <a:avLst/>
          </a:prstGeom>
          <a:ln w="17780">
            <a:solidFill>
              <a:srgbClr val="476AAD"/>
            </a:solidFill>
            <a:tailEnd type="arrow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4" name="사각형: 둥근 모서리 343">
            <a:extLst>
              <a:ext uri="{FF2B5EF4-FFF2-40B4-BE49-F238E27FC236}">
                <a16:creationId xmlns:a16="http://schemas.microsoft.com/office/drawing/2014/main" id="{A8373D89-2CD3-45D5-9EAE-F1ABB6CD650C}"/>
              </a:ext>
            </a:extLst>
          </p:cNvPr>
          <p:cNvSpPr/>
          <p:nvPr/>
        </p:nvSpPr>
        <p:spPr>
          <a:xfrm>
            <a:off x="13563600" y="14185900"/>
            <a:ext cx="863600" cy="685800"/>
          </a:xfrm>
          <a:prstGeom prst="roundRect">
            <a:avLst>
              <a:gd name="adj" fmla="val 14815"/>
            </a:avLst>
          </a:prstGeom>
          <a:solidFill>
            <a:srgbClr val="00397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45" name="TextBox 344">
            <a:extLst>
              <a:ext uri="{FF2B5EF4-FFF2-40B4-BE49-F238E27FC236}">
                <a16:creationId xmlns:a16="http://schemas.microsoft.com/office/drawing/2014/main" id="{BDB414B1-2184-409C-E921-C88274EE4BF7}"/>
              </a:ext>
            </a:extLst>
          </p:cNvPr>
          <p:cNvSpPr txBox="1"/>
          <p:nvPr/>
        </p:nvSpPr>
        <p:spPr>
          <a:xfrm>
            <a:off x="13563600" y="14185900"/>
            <a:ext cx="863600" cy="6858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>
              <a:lnSpc>
                <a:spcPct val="95000"/>
              </a:lnSpc>
            </a:pPr>
            <a:r>
              <a:rPr lang="ko-KR" altLang="en-US" sz="1250" b="1">
                <a:solidFill>
                  <a:srgbClr val="FFFFFF"/>
                </a:solidFill>
                <a:latin typeface="Aptos" panose="020B0004020202020204" pitchFamily="34" charset="0"/>
                <a:ea typeface="맑은 고딕" panose="020B0503020000020004" pitchFamily="50" charset="-127"/>
              </a:rPr>
              <a:t>비교</a:t>
            </a:r>
          </a:p>
        </p:txBody>
      </p:sp>
      <p:sp>
        <p:nvSpPr>
          <p:cNvPr id="346" name="사각형: 둥근 모서리 345">
            <a:extLst>
              <a:ext uri="{FF2B5EF4-FFF2-40B4-BE49-F238E27FC236}">
                <a16:creationId xmlns:a16="http://schemas.microsoft.com/office/drawing/2014/main" id="{3362238E-36EB-538D-5398-5ABD416B50D4}"/>
              </a:ext>
            </a:extLst>
          </p:cNvPr>
          <p:cNvSpPr/>
          <p:nvPr/>
        </p:nvSpPr>
        <p:spPr>
          <a:xfrm>
            <a:off x="5359400" y="15494000"/>
            <a:ext cx="4445000" cy="381000"/>
          </a:xfrm>
          <a:prstGeom prst="roundRect">
            <a:avLst>
              <a:gd name="adj" fmla="val 23333"/>
            </a:avLst>
          </a:prstGeom>
          <a:solidFill>
            <a:srgbClr val="00397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47" name="TextBox 346">
            <a:extLst>
              <a:ext uri="{FF2B5EF4-FFF2-40B4-BE49-F238E27FC236}">
                <a16:creationId xmlns:a16="http://schemas.microsoft.com/office/drawing/2014/main" id="{07B89579-A22E-7C84-1754-4FB985126A1B}"/>
              </a:ext>
            </a:extLst>
          </p:cNvPr>
          <p:cNvSpPr txBox="1"/>
          <p:nvPr/>
        </p:nvSpPr>
        <p:spPr>
          <a:xfrm>
            <a:off x="5562600" y="15494000"/>
            <a:ext cx="4089400" cy="3810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>
              <a:lnSpc>
                <a:spcPct val="95000"/>
              </a:lnSpc>
            </a:pPr>
            <a:r>
              <a:rPr lang="ko-KR" altLang="en-US" sz="1100" b="1">
                <a:solidFill>
                  <a:srgbClr val="FFFFFF"/>
                </a:solidFill>
                <a:latin typeface="Aptos" panose="020B0004020202020204" pitchFamily="34" charset="0"/>
                <a:ea typeface="맑은 고딕" panose="020B0503020000020004" pitchFamily="50" charset="-127"/>
              </a:rPr>
              <a:t>구체값 ∉ 분석 결과   →   안전성 공격</a:t>
            </a:r>
          </a:p>
        </p:txBody>
      </p:sp>
      <p:sp>
        <p:nvSpPr>
          <p:cNvPr id="348" name="사각형: 둥근 모서리 347">
            <a:extLst>
              <a:ext uri="{FF2B5EF4-FFF2-40B4-BE49-F238E27FC236}">
                <a16:creationId xmlns:a16="http://schemas.microsoft.com/office/drawing/2014/main" id="{731B37F2-E011-8361-A6D1-D53C06ABE6AB}"/>
              </a:ext>
            </a:extLst>
          </p:cNvPr>
          <p:cNvSpPr/>
          <p:nvPr/>
        </p:nvSpPr>
        <p:spPr>
          <a:xfrm>
            <a:off x="9982200" y="15494000"/>
            <a:ext cx="4445000" cy="381000"/>
          </a:xfrm>
          <a:prstGeom prst="roundRect">
            <a:avLst>
              <a:gd name="adj" fmla="val 23333"/>
            </a:avLst>
          </a:prstGeom>
          <a:solidFill>
            <a:srgbClr val="D6DEEB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49" name="TextBox 348">
            <a:extLst>
              <a:ext uri="{FF2B5EF4-FFF2-40B4-BE49-F238E27FC236}">
                <a16:creationId xmlns:a16="http://schemas.microsoft.com/office/drawing/2014/main" id="{ADBE9DB3-9137-B2F3-3172-2750AFC89E40}"/>
              </a:ext>
            </a:extLst>
          </p:cNvPr>
          <p:cNvSpPr txBox="1"/>
          <p:nvPr/>
        </p:nvSpPr>
        <p:spPr>
          <a:xfrm>
            <a:off x="10185400" y="15494000"/>
            <a:ext cx="4089400" cy="3810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>
              <a:lnSpc>
                <a:spcPct val="95000"/>
              </a:lnSpc>
            </a:pPr>
            <a:r>
              <a:rPr lang="ko-KR" altLang="en-US" sz="1100" b="1">
                <a:solidFill>
                  <a:srgbClr val="00397F"/>
                </a:solidFill>
                <a:latin typeface="Aptos" panose="020B0004020202020204" pitchFamily="34" charset="0"/>
                <a:ea typeface="맑은 고딕" panose="020B0503020000020004" pitchFamily="50" charset="-127"/>
              </a:rPr>
              <a:t>분석 결과 ⊋ </a:t>
            </a:r>
            <a:r>
              <a:rPr lang="en-US" altLang="ko-KR" sz="1100" b="1">
                <a:solidFill>
                  <a:srgbClr val="00397F"/>
                </a:solidFill>
                <a:latin typeface="Aptos" panose="020B0004020202020204" pitchFamily="34" charset="0"/>
                <a:ea typeface="맑은 고딕" panose="020B0503020000020004" pitchFamily="50" charset="-127"/>
              </a:rPr>
              <a:t>{</a:t>
            </a:r>
            <a:r>
              <a:rPr lang="ko-KR" altLang="en-US" sz="1100" b="1">
                <a:solidFill>
                  <a:srgbClr val="00397F"/>
                </a:solidFill>
                <a:latin typeface="Aptos" panose="020B0004020202020204" pitchFamily="34" charset="0"/>
                <a:ea typeface="맑은 고딕" panose="020B0503020000020004" pitchFamily="50" charset="-127"/>
              </a:rPr>
              <a:t>구체값</a:t>
            </a:r>
            <a:r>
              <a:rPr lang="en-US" altLang="ko-KR" sz="1100" b="1">
                <a:solidFill>
                  <a:srgbClr val="00397F"/>
                </a:solidFill>
                <a:latin typeface="Aptos" panose="020B0004020202020204" pitchFamily="34" charset="0"/>
                <a:ea typeface="맑은 고딕" panose="020B0503020000020004" pitchFamily="50" charset="-127"/>
              </a:rPr>
              <a:t>}   →   </a:t>
            </a:r>
            <a:r>
              <a:rPr lang="ko-KR" altLang="en-US" sz="1100" b="1">
                <a:solidFill>
                  <a:srgbClr val="00397F"/>
                </a:solidFill>
                <a:latin typeface="Aptos" panose="020B0004020202020204" pitchFamily="34" charset="0"/>
                <a:ea typeface="맑은 고딕" panose="020B0503020000020004" pitchFamily="50" charset="-127"/>
              </a:rPr>
              <a:t>정밀도 공격</a:t>
            </a:r>
          </a:p>
        </p:txBody>
      </p:sp>
      <p:sp>
        <p:nvSpPr>
          <p:cNvPr id="350" name="TextBox 349">
            <a:extLst>
              <a:ext uri="{FF2B5EF4-FFF2-40B4-BE49-F238E27FC236}">
                <a16:creationId xmlns:a16="http://schemas.microsoft.com/office/drawing/2014/main" id="{431FBA1B-7B86-B089-19AD-41A2BC2B8AEC}"/>
              </a:ext>
            </a:extLst>
          </p:cNvPr>
          <p:cNvSpPr txBox="1"/>
          <p:nvPr/>
        </p:nvSpPr>
        <p:spPr>
          <a:xfrm>
            <a:off x="5359400" y="16002000"/>
            <a:ext cx="9067800" cy="406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95000"/>
              </a:lnSpc>
            </a:pPr>
            <a:r>
              <a:rPr lang="ko-KR" altLang="en-US" sz="1050">
                <a:solidFill>
                  <a:srgbClr val="3E4A57"/>
                </a:solidFill>
                <a:latin typeface="Aptos" panose="020B0004020202020204" pitchFamily="34" charset="0"/>
                <a:ea typeface="맑은 고딕" panose="020B0503020000020004" pitchFamily="50" charset="-127"/>
              </a:rPr>
              <a:t>정밀도 공격은 튜링 완전한 부분집합이기만 하면 반드시 존재한다 </a:t>
            </a:r>
            <a:r>
              <a:rPr lang="en-US" altLang="ko-KR" sz="1050">
                <a:solidFill>
                  <a:srgbClr val="3E4A57"/>
                </a:solidFill>
                <a:latin typeface="Aptos" panose="020B0004020202020204" pitchFamily="34" charset="0"/>
                <a:ea typeface="맑은 고딕" panose="020B0503020000020004" pitchFamily="50" charset="-127"/>
              </a:rPr>
              <a:t>(Rice's Theorem). </a:t>
            </a:r>
            <a:r>
              <a:rPr lang="ko-KR" altLang="en-US" sz="1050">
                <a:solidFill>
                  <a:srgbClr val="3E4A57"/>
                </a:solidFill>
                <a:latin typeface="Aptos" panose="020B0004020202020204" pitchFamily="34" charset="0"/>
                <a:ea typeface="맑은 고딕" panose="020B0503020000020004" pitchFamily="50" charset="-127"/>
              </a:rPr>
              <a:t>안전성 공격은 버그를 찾는 일이라</a:t>
            </a:r>
            <a:r>
              <a:rPr lang="en-US" altLang="ko-KR" sz="1050">
                <a:solidFill>
                  <a:srgbClr val="3E4A57"/>
                </a:solidFill>
                <a:latin typeface="Aptos" panose="020B0004020202020204" pitchFamily="34" charset="0"/>
                <a:ea typeface="맑은 고딕" panose="020B0503020000020004" pitchFamily="50" charset="-127"/>
              </a:rPr>
              <a:t>, </a:t>
            </a:r>
            <a:r>
              <a:rPr lang="ko-KR" altLang="en-US" sz="1050">
                <a:solidFill>
                  <a:srgbClr val="3E4A57"/>
                </a:solidFill>
                <a:latin typeface="Aptos" panose="020B0004020202020204" pitchFamily="34" charset="0"/>
                <a:ea typeface="맑은 고딕" panose="020B0503020000020004" pitchFamily="50" charset="-127"/>
              </a:rPr>
              <a:t>언어 기능이 많을수록 유리하다</a:t>
            </a:r>
            <a:r>
              <a:rPr lang="en-US" altLang="ko-KR" sz="1050">
                <a:solidFill>
                  <a:srgbClr val="3E4A57"/>
                </a:solidFill>
                <a:latin typeface="Aptos" panose="020B0004020202020204" pitchFamily="34" charset="0"/>
                <a:ea typeface="맑은 고딕" panose="020B0503020000020004" pitchFamily="50" charset="-127"/>
              </a:rPr>
              <a:t>.</a:t>
            </a:r>
            <a:endParaRPr lang="ko-KR" altLang="en-US" sz="1050">
              <a:solidFill>
                <a:srgbClr val="3E4A57"/>
              </a:solidFill>
              <a:latin typeface="Aptos" panose="020B0004020202020204" pitchFamily="34" charset="0"/>
              <a:ea typeface="맑은 고딕" panose="020B0503020000020004" pitchFamily="50" charset="-127"/>
            </a:endParaRPr>
          </a:p>
        </p:txBody>
      </p:sp>
      <p:sp>
        <p:nvSpPr>
          <p:cNvPr id="351" name="TextBox 350">
            <a:extLst>
              <a:ext uri="{FF2B5EF4-FFF2-40B4-BE49-F238E27FC236}">
                <a16:creationId xmlns:a16="http://schemas.microsoft.com/office/drawing/2014/main" id="{7EDFD34A-3D9A-F6ED-7FE0-D26ED4190C3B}"/>
              </a:ext>
            </a:extLst>
          </p:cNvPr>
          <p:cNvSpPr txBox="1"/>
          <p:nvPr/>
        </p:nvSpPr>
        <p:spPr>
          <a:xfrm>
            <a:off x="660400" y="16891000"/>
            <a:ext cx="558800" cy="4318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>
              <a:lnSpc>
                <a:spcPct val="95000"/>
              </a:lnSpc>
            </a:pPr>
            <a:r>
              <a:rPr lang="en-US" altLang="ko-KR" sz="2500" b="1">
                <a:solidFill>
                  <a:srgbClr val="E7A811"/>
                </a:solidFill>
                <a:latin typeface="Aptos" panose="020B0004020202020204" pitchFamily="34" charset="0"/>
                <a:ea typeface="맑은 고딕" panose="020B0503020000020004" pitchFamily="50" charset="-127"/>
              </a:rPr>
              <a:t>07</a:t>
            </a:r>
            <a:endParaRPr lang="ko-KR" altLang="en-US" sz="2500" b="1">
              <a:solidFill>
                <a:srgbClr val="E7A811"/>
              </a:solidFill>
              <a:latin typeface="Aptos" panose="020B0004020202020204" pitchFamily="34" charset="0"/>
              <a:ea typeface="맑은 고딕" panose="020B0503020000020004" pitchFamily="50" charset="-127"/>
            </a:endParaRPr>
          </a:p>
        </p:txBody>
      </p:sp>
      <p:sp>
        <p:nvSpPr>
          <p:cNvPr id="352" name="TextBox 351">
            <a:extLst>
              <a:ext uri="{FF2B5EF4-FFF2-40B4-BE49-F238E27FC236}">
                <a16:creationId xmlns:a16="http://schemas.microsoft.com/office/drawing/2014/main" id="{D5584405-24CF-E6B6-C473-609757C888E7}"/>
              </a:ext>
            </a:extLst>
          </p:cNvPr>
          <p:cNvSpPr txBox="1"/>
          <p:nvPr/>
        </p:nvSpPr>
        <p:spPr>
          <a:xfrm>
            <a:off x="1270000" y="16891000"/>
            <a:ext cx="13182600" cy="4318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>
              <a:lnSpc>
                <a:spcPct val="95000"/>
              </a:lnSpc>
            </a:pPr>
            <a:r>
              <a:rPr lang="ko-KR" altLang="en-US" sz="2500" b="1">
                <a:solidFill>
                  <a:srgbClr val="00397F"/>
                </a:solidFill>
                <a:latin typeface="Aptos" panose="020B0004020202020204" pitchFamily="34" charset="0"/>
                <a:ea typeface="맑은 고딕" panose="020B0503020000020004" pitchFamily="50" charset="-127"/>
              </a:rPr>
              <a:t>정말 올바른 공격인가</a:t>
            </a:r>
          </a:p>
        </p:txBody>
      </p:sp>
      <p:sp>
        <p:nvSpPr>
          <p:cNvPr id="353" name="TextBox 352">
            <a:extLst>
              <a:ext uri="{FF2B5EF4-FFF2-40B4-BE49-F238E27FC236}">
                <a16:creationId xmlns:a16="http://schemas.microsoft.com/office/drawing/2014/main" id="{8E5043E4-1805-7E0F-3258-68C0C1A937D1}"/>
              </a:ext>
            </a:extLst>
          </p:cNvPr>
          <p:cNvSpPr txBox="1"/>
          <p:nvPr/>
        </p:nvSpPr>
        <p:spPr>
          <a:xfrm>
            <a:off x="660400" y="17475200"/>
            <a:ext cx="13792200" cy="279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95000"/>
              </a:lnSpc>
            </a:pPr>
            <a:r>
              <a:rPr lang="ko-KR" altLang="en-US" sz="1300" b="1">
                <a:solidFill>
                  <a:srgbClr val="1A222B"/>
                </a:solidFill>
                <a:latin typeface="Aptos" panose="020B0004020202020204" pitchFamily="34" charset="0"/>
                <a:ea typeface="맑은 고딕" panose="020B0503020000020004" pitchFamily="50" charset="-127"/>
              </a:rPr>
              <a:t>공격이 성공했다고 말하려면</a:t>
            </a:r>
            <a:r>
              <a:rPr lang="en-US" altLang="ko-KR" sz="1300" b="1">
                <a:solidFill>
                  <a:srgbClr val="1A222B"/>
                </a:solidFill>
                <a:latin typeface="Aptos" panose="020B0004020202020204" pitchFamily="34" charset="0"/>
                <a:ea typeface="맑은 고딕" panose="020B0503020000020004" pitchFamily="50" charset="-127"/>
              </a:rPr>
              <a:t>, </a:t>
            </a:r>
            <a:r>
              <a:rPr lang="ko-KR" altLang="en-US" sz="1300" b="1">
                <a:solidFill>
                  <a:srgbClr val="1A222B"/>
                </a:solidFill>
                <a:latin typeface="Aptos" panose="020B0004020202020204" pitchFamily="34" charset="0"/>
                <a:ea typeface="맑은 고딕" panose="020B0503020000020004" pitchFamily="50" charset="-127"/>
              </a:rPr>
              <a:t>분석기가 전제하는 실행 의미와 우리가 </a:t>
            </a:r>
            <a:r>
              <a:rPr lang="en-US" altLang="ko-KR" sz="1300" b="1">
                <a:solidFill>
                  <a:srgbClr val="1A222B"/>
                </a:solidFill>
                <a:latin typeface="Aptos" panose="020B0004020202020204" pitchFamily="34" charset="0"/>
                <a:ea typeface="맑은 고딕" panose="020B0503020000020004" pitchFamily="50" charset="-127"/>
              </a:rPr>
              <a:t>CIL--</a:t>
            </a:r>
            <a:r>
              <a:rPr lang="ko-KR" altLang="en-US" sz="1300" b="1">
                <a:solidFill>
                  <a:srgbClr val="1A222B"/>
                </a:solidFill>
                <a:latin typeface="Aptos" panose="020B0004020202020204" pitchFamily="34" charset="0"/>
                <a:ea typeface="맑은 고딕" panose="020B0503020000020004" pitchFamily="50" charset="-127"/>
              </a:rPr>
              <a:t>에 준 실행 의미가 같아야 한다</a:t>
            </a:r>
            <a:r>
              <a:rPr lang="en-US" altLang="ko-KR" sz="1300" b="1">
                <a:solidFill>
                  <a:srgbClr val="1A222B"/>
                </a:solidFill>
                <a:latin typeface="Aptos" panose="020B0004020202020204" pitchFamily="34" charset="0"/>
                <a:ea typeface="맑은 고딕" panose="020B0503020000020004" pitchFamily="50" charset="-127"/>
              </a:rPr>
              <a:t>.</a:t>
            </a:r>
            <a:endParaRPr lang="ko-KR" altLang="en-US" sz="1300" b="1">
              <a:solidFill>
                <a:srgbClr val="1A222B"/>
              </a:solidFill>
              <a:latin typeface="Aptos" panose="020B0004020202020204" pitchFamily="34" charset="0"/>
              <a:ea typeface="맑은 고딕" panose="020B0503020000020004" pitchFamily="50" charset="-127"/>
            </a:endParaRPr>
          </a:p>
        </p:txBody>
      </p:sp>
      <p:sp>
        <p:nvSpPr>
          <p:cNvPr id="354" name="사각형: 둥근 모서리 353">
            <a:extLst>
              <a:ext uri="{FF2B5EF4-FFF2-40B4-BE49-F238E27FC236}">
                <a16:creationId xmlns:a16="http://schemas.microsoft.com/office/drawing/2014/main" id="{937FEEE3-C4DD-93A2-CDBD-2BF5609D61C6}"/>
              </a:ext>
            </a:extLst>
          </p:cNvPr>
          <p:cNvSpPr/>
          <p:nvPr/>
        </p:nvSpPr>
        <p:spPr>
          <a:xfrm>
            <a:off x="660400" y="17881600"/>
            <a:ext cx="4318000" cy="1066800"/>
          </a:xfrm>
          <a:prstGeom prst="roundRect">
            <a:avLst>
              <a:gd name="adj" fmla="val 11905"/>
            </a:avLst>
          </a:prstGeom>
          <a:solidFill>
            <a:srgbClr val="00397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55" name="TextBox 354">
            <a:extLst>
              <a:ext uri="{FF2B5EF4-FFF2-40B4-BE49-F238E27FC236}">
                <a16:creationId xmlns:a16="http://schemas.microsoft.com/office/drawing/2014/main" id="{4B9BDBE7-A06C-8133-499C-99F6BFEA41E9}"/>
              </a:ext>
            </a:extLst>
          </p:cNvPr>
          <p:cNvSpPr txBox="1"/>
          <p:nvPr/>
        </p:nvSpPr>
        <p:spPr>
          <a:xfrm>
            <a:off x="914400" y="17983200"/>
            <a:ext cx="3835400" cy="2286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95000"/>
              </a:lnSpc>
            </a:pPr>
            <a:r>
              <a:rPr lang="ko-KR" altLang="en-US" sz="1150" b="1">
                <a:solidFill>
                  <a:srgbClr val="FFFFFF"/>
                </a:solidFill>
                <a:latin typeface="Aptos" panose="020B0004020202020204" pitchFamily="34" charset="0"/>
                <a:ea typeface="맑은 고딕" panose="020B0503020000020004" pitchFamily="50" charset="-127"/>
              </a:rPr>
              <a:t>아무도 실행 의미를 엄밀히 적어두지 않았다</a:t>
            </a:r>
          </a:p>
        </p:txBody>
      </p:sp>
      <p:sp>
        <p:nvSpPr>
          <p:cNvPr id="356" name="TextBox 355">
            <a:extLst>
              <a:ext uri="{FF2B5EF4-FFF2-40B4-BE49-F238E27FC236}">
                <a16:creationId xmlns:a16="http://schemas.microsoft.com/office/drawing/2014/main" id="{7D0D5190-525C-A481-2FB9-748107587720}"/>
              </a:ext>
            </a:extLst>
          </p:cNvPr>
          <p:cNvSpPr txBox="1"/>
          <p:nvPr/>
        </p:nvSpPr>
        <p:spPr>
          <a:xfrm>
            <a:off x="914400" y="18237200"/>
            <a:ext cx="3835400" cy="635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95000"/>
              </a:lnSpc>
            </a:pPr>
            <a:r>
              <a:rPr lang="en-US" altLang="ko-KR" sz="1000">
                <a:solidFill>
                  <a:srgbClr val="D6DEEB"/>
                </a:solidFill>
                <a:latin typeface="Aptos" panose="020B0004020202020204" pitchFamily="34" charset="0"/>
                <a:ea typeface="맑은 고딕" panose="020B0503020000020004" pitchFamily="50" charset="-127"/>
              </a:rPr>
              <a:t>C</a:t>
            </a:r>
            <a:r>
              <a:rPr lang="ko-KR" altLang="en-US" sz="1000">
                <a:solidFill>
                  <a:srgbClr val="D6DEEB"/>
                </a:solidFill>
                <a:latin typeface="Aptos" panose="020B0004020202020204" pitchFamily="34" charset="0"/>
                <a:ea typeface="맑은 고딕" panose="020B0503020000020004" pitchFamily="50" charset="-127"/>
              </a:rPr>
              <a:t>의 </a:t>
            </a:r>
            <a:r>
              <a:rPr lang="en-US" altLang="ko-KR" sz="1000">
                <a:solidFill>
                  <a:srgbClr val="D6DEEB"/>
                </a:solidFill>
                <a:latin typeface="Aptos" panose="020B0004020202020204" pitchFamily="34" charset="0"/>
                <a:ea typeface="맑은 고딕" panose="020B0503020000020004" pitchFamily="50" charset="-127"/>
              </a:rPr>
              <a:t>ISO </a:t>
            </a:r>
            <a:r>
              <a:rPr lang="ko-KR" altLang="en-US" sz="1000">
                <a:solidFill>
                  <a:srgbClr val="D6DEEB"/>
                </a:solidFill>
                <a:latin typeface="Aptos" panose="020B0004020202020204" pitchFamily="34" charset="0"/>
                <a:ea typeface="맑은 고딕" panose="020B0503020000020004" pitchFamily="50" charset="-127"/>
              </a:rPr>
              <a:t>표준은 자연어로 되어 있고</a:t>
            </a:r>
            <a:r>
              <a:rPr lang="en-US" altLang="ko-KR" sz="1000">
                <a:solidFill>
                  <a:srgbClr val="D6DEEB"/>
                </a:solidFill>
                <a:latin typeface="Aptos" panose="020B0004020202020204" pitchFamily="34" charset="0"/>
                <a:ea typeface="맑은 고딕" panose="020B0503020000020004" pitchFamily="50" charset="-127"/>
              </a:rPr>
              <a:t>, CIL</a:t>
            </a:r>
            <a:r>
              <a:rPr lang="ko-KR" altLang="en-US" sz="1000">
                <a:solidFill>
                  <a:srgbClr val="D6DEEB"/>
                </a:solidFill>
                <a:latin typeface="Aptos" panose="020B0004020202020204" pitchFamily="34" charset="0"/>
                <a:ea typeface="맑은 고딕" panose="020B0503020000020004" pitchFamily="50" charset="-127"/>
              </a:rPr>
              <a:t>에도 엄밀한 실행 의미가 없다</a:t>
            </a:r>
            <a:r>
              <a:rPr lang="en-US" altLang="ko-KR" sz="1000">
                <a:solidFill>
                  <a:srgbClr val="D6DEEB"/>
                </a:solidFill>
                <a:latin typeface="Aptos" panose="020B0004020202020204" pitchFamily="34" charset="0"/>
                <a:ea typeface="맑은 고딕" panose="020B0503020000020004" pitchFamily="50" charset="-127"/>
              </a:rPr>
              <a:t>. </a:t>
            </a:r>
            <a:r>
              <a:rPr lang="ko-KR" altLang="en-US" sz="1000">
                <a:solidFill>
                  <a:srgbClr val="D6DEEB"/>
                </a:solidFill>
                <a:latin typeface="Aptos" panose="020B0004020202020204" pitchFamily="34" charset="0"/>
                <a:ea typeface="맑은 고딕" panose="020B0503020000020004" pitchFamily="50" charset="-127"/>
              </a:rPr>
              <a:t>분석기 역시 </a:t>
            </a:r>
            <a:r>
              <a:rPr lang="en-US" altLang="ko-KR" sz="1000">
                <a:solidFill>
                  <a:srgbClr val="D6DEEB"/>
                </a:solidFill>
                <a:latin typeface="Aptos" panose="020B0004020202020204" pitchFamily="34" charset="0"/>
                <a:ea typeface="맑은 고딕" panose="020B0503020000020004" pitchFamily="50" charset="-127"/>
              </a:rPr>
              <a:t>sound in design</a:t>
            </a:r>
            <a:r>
              <a:rPr lang="ko-KR" altLang="en-US" sz="1000">
                <a:solidFill>
                  <a:srgbClr val="D6DEEB"/>
                </a:solidFill>
                <a:latin typeface="Aptos" panose="020B0004020202020204" pitchFamily="34" charset="0"/>
                <a:ea typeface="맑은 고딕" panose="020B0503020000020004" pitchFamily="50" charset="-127"/>
              </a:rPr>
              <a:t>이라고 말할 뿐 </a:t>
            </a:r>
            <a:r>
              <a:rPr lang="en-US" altLang="ko-KR" sz="1000">
                <a:solidFill>
                  <a:srgbClr val="D6DEEB"/>
                </a:solidFill>
                <a:latin typeface="Aptos" panose="020B0004020202020204" pitchFamily="34" charset="0"/>
                <a:ea typeface="맑은 고딕" panose="020B0503020000020004" pitchFamily="50" charset="-127"/>
              </a:rPr>
              <a:t>concrete semantics</a:t>
            </a:r>
            <a:r>
              <a:rPr lang="ko-KR" altLang="en-US" sz="1000">
                <a:solidFill>
                  <a:srgbClr val="D6DEEB"/>
                </a:solidFill>
                <a:latin typeface="Aptos" panose="020B0004020202020204" pitchFamily="34" charset="0"/>
                <a:ea typeface="맑은 고딕" panose="020B0503020000020004" pitchFamily="50" charset="-127"/>
              </a:rPr>
              <a:t>를 정의하지 않는다</a:t>
            </a:r>
            <a:r>
              <a:rPr lang="en-US" altLang="ko-KR" sz="1000">
                <a:solidFill>
                  <a:srgbClr val="D6DEEB"/>
                </a:solidFill>
                <a:latin typeface="Aptos" panose="020B0004020202020204" pitchFamily="34" charset="0"/>
                <a:ea typeface="맑은 고딕" panose="020B0503020000020004" pitchFamily="50" charset="-127"/>
              </a:rPr>
              <a:t>.</a:t>
            </a:r>
            <a:endParaRPr lang="ko-KR" altLang="en-US" sz="1000">
              <a:solidFill>
                <a:srgbClr val="D6DEEB"/>
              </a:solidFill>
              <a:latin typeface="Aptos" panose="020B0004020202020204" pitchFamily="34" charset="0"/>
              <a:ea typeface="맑은 고딕" panose="020B0503020000020004" pitchFamily="50" charset="-127"/>
            </a:endParaRPr>
          </a:p>
        </p:txBody>
      </p:sp>
      <p:sp>
        <p:nvSpPr>
          <p:cNvPr id="357" name="TextBox 356">
            <a:extLst>
              <a:ext uri="{FF2B5EF4-FFF2-40B4-BE49-F238E27FC236}">
                <a16:creationId xmlns:a16="http://schemas.microsoft.com/office/drawing/2014/main" id="{BFD9B1F6-0497-5B7A-813E-84E8E3664146}"/>
              </a:ext>
            </a:extLst>
          </p:cNvPr>
          <p:cNvSpPr txBox="1"/>
          <p:nvPr/>
        </p:nvSpPr>
        <p:spPr>
          <a:xfrm>
            <a:off x="660400" y="19050000"/>
            <a:ext cx="4318000" cy="4572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95000"/>
              </a:lnSpc>
            </a:pPr>
            <a:r>
              <a:rPr lang="ko-KR" altLang="en-US" sz="1050">
                <a:solidFill>
                  <a:srgbClr val="3E4A57"/>
                </a:solidFill>
                <a:latin typeface="Aptos" panose="020B0004020202020204" pitchFamily="34" charset="0"/>
                <a:ea typeface="맑은 고딕" panose="020B0503020000020004" pitchFamily="50" charset="-127"/>
              </a:rPr>
              <a:t>우리에게는 </a:t>
            </a:r>
            <a:r>
              <a:rPr lang="en-US" altLang="ko-KR" sz="1050">
                <a:solidFill>
                  <a:srgbClr val="3E4A57"/>
                </a:solidFill>
                <a:latin typeface="Aptos" panose="020B0004020202020204" pitchFamily="34" charset="0"/>
                <a:ea typeface="맑은 고딕" panose="020B0503020000020004" pitchFamily="50" charset="-127"/>
              </a:rPr>
              <a:t>CIL--</a:t>
            </a:r>
            <a:r>
              <a:rPr lang="ko-KR" altLang="en-US" sz="1050">
                <a:solidFill>
                  <a:srgbClr val="3E4A57"/>
                </a:solidFill>
                <a:latin typeface="Aptos" panose="020B0004020202020204" pitchFamily="34" charset="0"/>
                <a:ea typeface="맑은 고딕" panose="020B0503020000020004" pitchFamily="50" charset="-127"/>
              </a:rPr>
              <a:t>의 </a:t>
            </a:r>
            <a:r>
              <a:rPr lang="en-US" altLang="ko-KR" sz="1050">
                <a:solidFill>
                  <a:srgbClr val="3E4A57"/>
                </a:solidFill>
                <a:latin typeface="Aptos" panose="020B0004020202020204" pitchFamily="34" charset="0"/>
                <a:ea typeface="맑은 고딕" panose="020B0503020000020004" pitchFamily="50" charset="-127"/>
              </a:rPr>
              <a:t>Big-Step </a:t>
            </a:r>
            <a:r>
              <a:rPr lang="ko-KR" altLang="en-US" sz="1050">
                <a:solidFill>
                  <a:srgbClr val="3E4A57"/>
                </a:solidFill>
                <a:latin typeface="Aptos" panose="020B0004020202020204" pitchFamily="34" charset="0"/>
                <a:ea typeface="맑은 고딕" panose="020B0503020000020004" pitchFamily="50" charset="-127"/>
              </a:rPr>
              <a:t>실행 의미가 있다</a:t>
            </a:r>
            <a:r>
              <a:rPr lang="en-US" altLang="ko-KR" sz="1050">
                <a:solidFill>
                  <a:srgbClr val="3E4A57"/>
                </a:solidFill>
                <a:latin typeface="Aptos" panose="020B0004020202020204" pitchFamily="34" charset="0"/>
                <a:ea typeface="맑은 고딕" panose="020B0503020000020004" pitchFamily="50" charset="-127"/>
              </a:rPr>
              <a:t>. </a:t>
            </a:r>
            <a:r>
              <a:rPr lang="ko-KR" altLang="en-US" sz="1050">
                <a:solidFill>
                  <a:srgbClr val="3E4A57"/>
                </a:solidFill>
                <a:latin typeface="Aptos" panose="020B0004020202020204" pitchFamily="34" charset="0"/>
                <a:ea typeface="맑은 고딕" panose="020B0503020000020004" pitchFamily="50" charset="-127"/>
              </a:rPr>
              <a:t>비결정성이 남아 있으면 공격에 성공한 것처럼 보여도 사실은 비결정성 탓일 수 있으므로</a:t>
            </a:r>
            <a:r>
              <a:rPr lang="en-US" altLang="ko-KR" sz="1050">
                <a:solidFill>
                  <a:srgbClr val="3E4A57"/>
                </a:solidFill>
                <a:latin typeface="Aptos" panose="020B0004020202020204" pitchFamily="34" charset="0"/>
                <a:ea typeface="맑은 고딕" panose="020B0503020000020004" pitchFamily="50" charset="-127"/>
              </a:rPr>
              <a:t>, </a:t>
            </a:r>
            <a:r>
              <a:rPr lang="ko-KR" altLang="en-US" sz="1050">
                <a:solidFill>
                  <a:srgbClr val="3E4A57"/>
                </a:solidFill>
                <a:latin typeface="Aptos" panose="020B0004020202020204" pitchFamily="34" charset="0"/>
                <a:ea typeface="맑은 고딕" panose="020B0503020000020004" pitchFamily="50" charset="-127"/>
              </a:rPr>
              <a:t>하나씩 없앤다</a:t>
            </a:r>
            <a:r>
              <a:rPr lang="en-US" altLang="ko-KR" sz="1050">
                <a:solidFill>
                  <a:srgbClr val="3E4A57"/>
                </a:solidFill>
                <a:latin typeface="Aptos" panose="020B0004020202020204" pitchFamily="34" charset="0"/>
                <a:ea typeface="맑은 고딕" panose="020B0503020000020004" pitchFamily="50" charset="-127"/>
              </a:rPr>
              <a:t>.</a:t>
            </a:r>
            <a:endParaRPr lang="ko-KR" altLang="en-US" sz="1050">
              <a:solidFill>
                <a:srgbClr val="3E4A57"/>
              </a:solidFill>
              <a:latin typeface="Aptos" panose="020B0004020202020204" pitchFamily="34" charset="0"/>
              <a:ea typeface="맑은 고딕" panose="020B0503020000020004" pitchFamily="50" charset="-127"/>
            </a:endParaRPr>
          </a:p>
        </p:txBody>
      </p:sp>
      <p:sp>
        <p:nvSpPr>
          <p:cNvPr id="358" name="사각형: 둥근 모서리 357">
            <a:extLst>
              <a:ext uri="{FF2B5EF4-FFF2-40B4-BE49-F238E27FC236}">
                <a16:creationId xmlns:a16="http://schemas.microsoft.com/office/drawing/2014/main" id="{20586836-B95C-7986-838F-1D8AF7C7DB99}"/>
              </a:ext>
            </a:extLst>
          </p:cNvPr>
          <p:cNvSpPr/>
          <p:nvPr/>
        </p:nvSpPr>
        <p:spPr>
          <a:xfrm>
            <a:off x="5232400" y="17881600"/>
            <a:ext cx="9220200" cy="279400"/>
          </a:xfrm>
          <a:prstGeom prst="roundRect">
            <a:avLst>
              <a:gd name="adj" fmla="val 27273"/>
            </a:avLst>
          </a:prstGeom>
          <a:solidFill>
            <a:srgbClr val="D6DEEB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59" name="TextBox 358">
            <a:extLst>
              <a:ext uri="{FF2B5EF4-FFF2-40B4-BE49-F238E27FC236}">
                <a16:creationId xmlns:a16="http://schemas.microsoft.com/office/drawing/2014/main" id="{3631D14F-B12C-C45F-BB99-4C57F7610D5A}"/>
              </a:ext>
            </a:extLst>
          </p:cNvPr>
          <p:cNvSpPr txBox="1"/>
          <p:nvPr/>
        </p:nvSpPr>
        <p:spPr>
          <a:xfrm>
            <a:off x="5359400" y="17881600"/>
            <a:ext cx="1981200" cy="2794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>
              <a:lnSpc>
                <a:spcPct val="95000"/>
              </a:lnSpc>
            </a:pPr>
            <a:r>
              <a:rPr lang="ko-KR" altLang="en-US" sz="900" b="1" spc="100">
                <a:solidFill>
                  <a:srgbClr val="00397F"/>
                </a:solidFill>
                <a:latin typeface="Aptos" panose="020B0004020202020204" pitchFamily="34" charset="0"/>
                <a:ea typeface="맑은 고딕" panose="020B0503020000020004" pitchFamily="50" charset="-127"/>
              </a:rPr>
              <a:t>예</a:t>
            </a:r>
          </a:p>
        </p:txBody>
      </p:sp>
      <p:sp>
        <p:nvSpPr>
          <p:cNvPr id="360" name="TextBox 359">
            <a:extLst>
              <a:ext uri="{FF2B5EF4-FFF2-40B4-BE49-F238E27FC236}">
                <a16:creationId xmlns:a16="http://schemas.microsoft.com/office/drawing/2014/main" id="{6756CBD2-AFB1-BDEA-A6D5-94084E406291}"/>
              </a:ext>
            </a:extLst>
          </p:cNvPr>
          <p:cNvSpPr txBox="1"/>
          <p:nvPr/>
        </p:nvSpPr>
        <p:spPr>
          <a:xfrm>
            <a:off x="7264400" y="17881600"/>
            <a:ext cx="2362200" cy="2794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>
              <a:lnSpc>
                <a:spcPct val="95000"/>
              </a:lnSpc>
            </a:pPr>
            <a:r>
              <a:rPr lang="en-US" altLang="ko-KR" sz="900" b="1" spc="100">
                <a:solidFill>
                  <a:srgbClr val="00397F"/>
                </a:solidFill>
                <a:latin typeface="Aptos" panose="020B0004020202020204" pitchFamily="34" charset="0"/>
                <a:ea typeface="맑은 고딕" panose="020B0503020000020004" pitchFamily="50" charset="-127"/>
              </a:rPr>
              <a:t>C</a:t>
            </a:r>
            <a:endParaRPr lang="ko-KR" altLang="en-US" sz="900" b="1" spc="100">
              <a:solidFill>
                <a:srgbClr val="00397F"/>
              </a:solidFill>
              <a:latin typeface="Aptos" panose="020B0004020202020204" pitchFamily="34" charset="0"/>
              <a:ea typeface="맑은 고딕" panose="020B0503020000020004" pitchFamily="50" charset="-127"/>
            </a:endParaRPr>
          </a:p>
        </p:txBody>
      </p:sp>
      <p:sp>
        <p:nvSpPr>
          <p:cNvPr id="361" name="TextBox 360">
            <a:extLst>
              <a:ext uri="{FF2B5EF4-FFF2-40B4-BE49-F238E27FC236}">
                <a16:creationId xmlns:a16="http://schemas.microsoft.com/office/drawing/2014/main" id="{32966385-247B-343C-0D63-75456D6E3505}"/>
              </a:ext>
            </a:extLst>
          </p:cNvPr>
          <p:cNvSpPr txBox="1"/>
          <p:nvPr/>
        </p:nvSpPr>
        <p:spPr>
          <a:xfrm>
            <a:off x="9626600" y="17881600"/>
            <a:ext cx="2260600" cy="2794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>
              <a:lnSpc>
                <a:spcPct val="95000"/>
              </a:lnSpc>
            </a:pPr>
            <a:r>
              <a:rPr lang="en-US" altLang="ko-KR" sz="900" b="1" spc="100">
                <a:solidFill>
                  <a:srgbClr val="00397F"/>
                </a:solidFill>
                <a:latin typeface="Aptos" panose="020B0004020202020204" pitchFamily="34" charset="0"/>
                <a:ea typeface="맑은 고딕" panose="020B0503020000020004" pitchFamily="50" charset="-127"/>
              </a:rPr>
              <a:t>CIL</a:t>
            </a:r>
            <a:endParaRPr lang="ko-KR" altLang="en-US" sz="900" b="1" spc="100">
              <a:solidFill>
                <a:srgbClr val="00397F"/>
              </a:solidFill>
              <a:latin typeface="Aptos" panose="020B0004020202020204" pitchFamily="34" charset="0"/>
              <a:ea typeface="맑은 고딕" panose="020B0503020000020004" pitchFamily="50" charset="-127"/>
            </a:endParaRPr>
          </a:p>
        </p:txBody>
      </p:sp>
      <p:sp>
        <p:nvSpPr>
          <p:cNvPr id="362" name="TextBox 361">
            <a:extLst>
              <a:ext uri="{FF2B5EF4-FFF2-40B4-BE49-F238E27FC236}">
                <a16:creationId xmlns:a16="http://schemas.microsoft.com/office/drawing/2014/main" id="{97831044-962E-12DE-EC0E-89F419DFAFA8}"/>
              </a:ext>
            </a:extLst>
          </p:cNvPr>
          <p:cNvSpPr txBox="1"/>
          <p:nvPr/>
        </p:nvSpPr>
        <p:spPr>
          <a:xfrm>
            <a:off x="11887200" y="17881600"/>
            <a:ext cx="2616200" cy="2794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>
              <a:lnSpc>
                <a:spcPct val="95000"/>
              </a:lnSpc>
            </a:pPr>
            <a:r>
              <a:rPr lang="en-US" altLang="ko-KR" sz="900" b="1" spc="100">
                <a:solidFill>
                  <a:srgbClr val="00397F"/>
                </a:solidFill>
                <a:latin typeface="Aptos" panose="020B0004020202020204" pitchFamily="34" charset="0"/>
                <a:ea typeface="맑은 고딕" panose="020B0503020000020004" pitchFamily="50" charset="-127"/>
              </a:rPr>
              <a:t>CIL--</a:t>
            </a:r>
            <a:endParaRPr lang="ko-KR" altLang="en-US" sz="900" b="1" spc="100">
              <a:solidFill>
                <a:srgbClr val="00397F"/>
              </a:solidFill>
              <a:latin typeface="Aptos" panose="020B0004020202020204" pitchFamily="34" charset="0"/>
              <a:ea typeface="맑은 고딕" panose="020B0503020000020004" pitchFamily="50" charset="-127"/>
            </a:endParaRPr>
          </a:p>
        </p:txBody>
      </p:sp>
      <p:sp>
        <p:nvSpPr>
          <p:cNvPr id="363" name="TextBox 362">
            <a:extLst>
              <a:ext uri="{FF2B5EF4-FFF2-40B4-BE49-F238E27FC236}">
                <a16:creationId xmlns:a16="http://schemas.microsoft.com/office/drawing/2014/main" id="{5BEF4011-BAEF-A1AF-909A-76EE4B3396A6}"/>
              </a:ext>
            </a:extLst>
          </p:cNvPr>
          <p:cNvSpPr txBox="1"/>
          <p:nvPr/>
        </p:nvSpPr>
        <p:spPr>
          <a:xfrm>
            <a:off x="5359400" y="18186400"/>
            <a:ext cx="1981200" cy="1778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>
              <a:lnSpc>
                <a:spcPct val="95000"/>
              </a:lnSpc>
            </a:pPr>
            <a:r>
              <a:rPr lang="en-US" altLang="ko-KR" sz="900" b="1">
                <a:solidFill>
                  <a:srgbClr val="1A222B"/>
                </a:solidFill>
                <a:latin typeface="Consolas" panose="020B0609020204030204" pitchFamily="49" charset="0"/>
                <a:ea typeface="맑은 고딕" panose="020B0503020000020004" pitchFamily="50" charset="-127"/>
              </a:rPr>
              <a:t>f() + g()</a:t>
            </a:r>
            <a:endParaRPr lang="ko-KR" altLang="en-US" sz="900" b="1">
              <a:solidFill>
                <a:srgbClr val="1A222B"/>
              </a:solidFill>
              <a:latin typeface="Consolas" panose="020B0609020204030204" pitchFamily="49" charset="0"/>
              <a:ea typeface="맑은 고딕" panose="020B0503020000020004" pitchFamily="50" charset="-127"/>
            </a:endParaRPr>
          </a:p>
        </p:txBody>
      </p:sp>
      <p:sp>
        <p:nvSpPr>
          <p:cNvPr id="364" name="TextBox 363">
            <a:extLst>
              <a:ext uri="{FF2B5EF4-FFF2-40B4-BE49-F238E27FC236}">
                <a16:creationId xmlns:a16="http://schemas.microsoft.com/office/drawing/2014/main" id="{4D1D6601-7E43-096A-4E07-4E62D3A4681A}"/>
              </a:ext>
            </a:extLst>
          </p:cNvPr>
          <p:cNvSpPr txBox="1"/>
          <p:nvPr/>
        </p:nvSpPr>
        <p:spPr>
          <a:xfrm>
            <a:off x="7264400" y="18186400"/>
            <a:ext cx="2362200" cy="1778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>
              <a:lnSpc>
                <a:spcPct val="95000"/>
              </a:lnSpc>
            </a:pPr>
            <a:r>
              <a:rPr lang="ko-KR" altLang="en-US" sz="900">
                <a:solidFill>
                  <a:srgbClr val="3E4A57"/>
                </a:solidFill>
                <a:latin typeface="Aptos" panose="020B0004020202020204" pitchFamily="34" charset="0"/>
                <a:ea typeface="맑은 고딕" panose="020B0503020000020004" pitchFamily="50" charset="-127"/>
              </a:rPr>
              <a:t>계산 순서가 정해지지 않음</a:t>
            </a:r>
          </a:p>
        </p:txBody>
      </p:sp>
      <p:sp>
        <p:nvSpPr>
          <p:cNvPr id="365" name="TextBox 364">
            <a:extLst>
              <a:ext uri="{FF2B5EF4-FFF2-40B4-BE49-F238E27FC236}">
                <a16:creationId xmlns:a16="http://schemas.microsoft.com/office/drawing/2014/main" id="{A8AF878D-002A-1035-6161-7AEC18B2BB5C}"/>
              </a:ext>
            </a:extLst>
          </p:cNvPr>
          <p:cNvSpPr txBox="1"/>
          <p:nvPr/>
        </p:nvSpPr>
        <p:spPr>
          <a:xfrm>
            <a:off x="9626600" y="18186400"/>
            <a:ext cx="2260600" cy="1778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>
              <a:lnSpc>
                <a:spcPct val="95000"/>
              </a:lnSpc>
            </a:pPr>
            <a:r>
              <a:rPr lang="ko-KR" altLang="en-US" sz="900">
                <a:solidFill>
                  <a:srgbClr val="3E4A57"/>
                </a:solidFill>
                <a:latin typeface="Aptos" panose="020B0004020202020204" pitchFamily="34" charset="0"/>
                <a:ea typeface="맑은 고딕" panose="020B0503020000020004" pitchFamily="50" charset="-127"/>
              </a:rPr>
              <a:t>호출이 식에 들어가지 않음</a:t>
            </a:r>
          </a:p>
        </p:txBody>
      </p:sp>
      <p:sp>
        <p:nvSpPr>
          <p:cNvPr id="366" name="TextBox 365">
            <a:extLst>
              <a:ext uri="{FF2B5EF4-FFF2-40B4-BE49-F238E27FC236}">
                <a16:creationId xmlns:a16="http://schemas.microsoft.com/office/drawing/2014/main" id="{26F01AA9-8BB0-78B6-D78D-AB52D515FCDB}"/>
              </a:ext>
            </a:extLst>
          </p:cNvPr>
          <p:cNvSpPr txBox="1"/>
          <p:nvPr/>
        </p:nvSpPr>
        <p:spPr>
          <a:xfrm>
            <a:off x="11887200" y="18186400"/>
            <a:ext cx="2616200" cy="1778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>
              <a:lnSpc>
                <a:spcPct val="95000"/>
              </a:lnSpc>
            </a:pPr>
            <a:r>
              <a:rPr lang="ko-KR" altLang="en-US" sz="900" b="1">
                <a:solidFill>
                  <a:srgbClr val="00397F"/>
                </a:solidFill>
                <a:latin typeface="Aptos" panose="020B0004020202020204" pitchFamily="34" charset="0"/>
                <a:ea typeface="맑은 고딕" panose="020B0503020000020004" pitchFamily="50" charset="-127"/>
              </a:rPr>
              <a:t>없앰</a:t>
            </a:r>
          </a:p>
        </p:txBody>
      </p:sp>
      <p:cxnSp>
        <p:nvCxnSpPr>
          <p:cNvPr id="367" name="직선 연결선 366">
            <a:extLst>
              <a:ext uri="{FF2B5EF4-FFF2-40B4-BE49-F238E27FC236}">
                <a16:creationId xmlns:a16="http://schemas.microsoft.com/office/drawing/2014/main" id="{F4A12DD7-89BB-7468-20AA-4B3089C45C43}"/>
              </a:ext>
            </a:extLst>
          </p:cNvPr>
          <p:cNvCxnSpPr/>
          <p:nvPr/>
        </p:nvCxnSpPr>
        <p:spPr>
          <a:xfrm>
            <a:off x="5232400" y="18376900"/>
            <a:ext cx="9220200" cy="0"/>
          </a:xfrm>
          <a:prstGeom prst="line">
            <a:avLst/>
          </a:prstGeom>
          <a:ln w="9525">
            <a:solidFill>
              <a:srgbClr val="C3CFD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8" name="TextBox 367">
            <a:extLst>
              <a:ext uri="{FF2B5EF4-FFF2-40B4-BE49-F238E27FC236}">
                <a16:creationId xmlns:a16="http://schemas.microsoft.com/office/drawing/2014/main" id="{48027D6B-E1D8-8114-4EA9-65ABA1874D3B}"/>
              </a:ext>
            </a:extLst>
          </p:cNvPr>
          <p:cNvSpPr txBox="1"/>
          <p:nvPr/>
        </p:nvSpPr>
        <p:spPr>
          <a:xfrm>
            <a:off x="5359400" y="18389600"/>
            <a:ext cx="1981200" cy="1778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>
              <a:lnSpc>
                <a:spcPct val="95000"/>
              </a:lnSpc>
            </a:pPr>
            <a:r>
              <a:rPr lang="en-US" altLang="ko-KR" sz="900" b="1">
                <a:solidFill>
                  <a:srgbClr val="1A222B"/>
                </a:solidFill>
                <a:latin typeface="Consolas" panose="020B0609020204030204" pitchFamily="49" charset="0"/>
                <a:ea typeface="맑은 고딕" panose="020B0503020000020004" pitchFamily="50" charset="-127"/>
              </a:rPr>
              <a:t>i = i++ + 1;</a:t>
            </a:r>
            <a:endParaRPr lang="ko-KR" altLang="en-US" sz="900" b="1">
              <a:solidFill>
                <a:srgbClr val="1A222B"/>
              </a:solidFill>
              <a:latin typeface="Consolas" panose="020B0609020204030204" pitchFamily="49" charset="0"/>
              <a:ea typeface="맑은 고딕" panose="020B0503020000020004" pitchFamily="50" charset="-127"/>
            </a:endParaRPr>
          </a:p>
        </p:txBody>
      </p:sp>
      <p:sp>
        <p:nvSpPr>
          <p:cNvPr id="369" name="TextBox 368">
            <a:extLst>
              <a:ext uri="{FF2B5EF4-FFF2-40B4-BE49-F238E27FC236}">
                <a16:creationId xmlns:a16="http://schemas.microsoft.com/office/drawing/2014/main" id="{7CC03606-2112-F110-F7E0-AA3A1E4310B4}"/>
              </a:ext>
            </a:extLst>
          </p:cNvPr>
          <p:cNvSpPr txBox="1"/>
          <p:nvPr/>
        </p:nvSpPr>
        <p:spPr>
          <a:xfrm>
            <a:off x="7264400" y="18389600"/>
            <a:ext cx="2362200" cy="1778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>
              <a:lnSpc>
                <a:spcPct val="95000"/>
              </a:lnSpc>
            </a:pPr>
            <a:r>
              <a:rPr lang="en-US" altLang="ko-KR" sz="900">
                <a:solidFill>
                  <a:srgbClr val="3E4A57"/>
                </a:solidFill>
                <a:latin typeface="Aptos" panose="020B0004020202020204" pitchFamily="34" charset="0"/>
                <a:ea typeface="맑은 고딕" panose="020B0503020000020004" pitchFamily="50" charset="-127"/>
              </a:rPr>
              <a:t>undefined behavior</a:t>
            </a:r>
            <a:endParaRPr lang="ko-KR" altLang="en-US" sz="900">
              <a:solidFill>
                <a:srgbClr val="3E4A57"/>
              </a:solidFill>
              <a:latin typeface="Aptos" panose="020B0004020202020204" pitchFamily="34" charset="0"/>
              <a:ea typeface="맑은 고딕" panose="020B0503020000020004" pitchFamily="50" charset="-127"/>
            </a:endParaRPr>
          </a:p>
        </p:txBody>
      </p:sp>
      <p:sp>
        <p:nvSpPr>
          <p:cNvPr id="370" name="TextBox 369">
            <a:extLst>
              <a:ext uri="{FF2B5EF4-FFF2-40B4-BE49-F238E27FC236}">
                <a16:creationId xmlns:a16="http://schemas.microsoft.com/office/drawing/2014/main" id="{692F70D5-04CB-D1EB-69A1-73220A839D2C}"/>
              </a:ext>
            </a:extLst>
          </p:cNvPr>
          <p:cNvSpPr txBox="1"/>
          <p:nvPr/>
        </p:nvSpPr>
        <p:spPr>
          <a:xfrm>
            <a:off x="9626600" y="18389600"/>
            <a:ext cx="2260600" cy="1778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>
              <a:lnSpc>
                <a:spcPct val="95000"/>
              </a:lnSpc>
            </a:pPr>
            <a:r>
              <a:rPr lang="en-US" altLang="ko-KR" sz="900">
                <a:solidFill>
                  <a:srgbClr val="3E4A57"/>
                </a:solidFill>
                <a:latin typeface="Aptos" panose="020B0004020202020204" pitchFamily="34" charset="0"/>
                <a:ea typeface="맑은 고딕" panose="020B0503020000020004" pitchFamily="50" charset="-127"/>
              </a:rPr>
              <a:t>i++ </a:t>
            </a:r>
            <a:r>
              <a:rPr lang="ko-KR" altLang="en-US" sz="900">
                <a:solidFill>
                  <a:srgbClr val="3E4A57"/>
                </a:solidFill>
                <a:latin typeface="Aptos" panose="020B0004020202020204" pitchFamily="34" charset="0"/>
                <a:ea typeface="맑은 고딕" panose="020B0503020000020004" pitchFamily="50" charset="-127"/>
              </a:rPr>
              <a:t>문법이 없음</a:t>
            </a:r>
          </a:p>
        </p:txBody>
      </p:sp>
      <p:sp>
        <p:nvSpPr>
          <p:cNvPr id="371" name="TextBox 370">
            <a:extLst>
              <a:ext uri="{FF2B5EF4-FFF2-40B4-BE49-F238E27FC236}">
                <a16:creationId xmlns:a16="http://schemas.microsoft.com/office/drawing/2014/main" id="{6D8747FA-7594-5949-A066-E4A3751FDFEA}"/>
              </a:ext>
            </a:extLst>
          </p:cNvPr>
          <p:cNvSpPr txBox="1"/>
          <p:nvPr/>
        </p:nvSpPr>
        <p:spPr>
          <a:xfrm>
            <a:off x="11887200" y="18389600"/>
            <a:ext cx="2616200" cy="1778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>
              <a:lnSpc>
                <a:spcPct val="95000"/>
              </a:lnSpc>
            </a:pPr>
            <a:r>
              <a:rPr lang="ko-KR" altLang="en-US" sz="900" b="1">
                <a:solidFill>
                  <a:srgbClr val="00397F"/>
                </a:solidFill>
                <a:latin typeface="Aptos" panose="020B0004020202020204" pitchFamily="34" charset="0"/>
                <a:ea typeface="맑은 고딕" panose="020B0503020000020004" pitchFamily="50" charset="-127"/>
              </a:rPr>
              <a:t>없앰</a:t>
            </a:r>
          </a:p>
        </p:txBody>
      </p:sp>
      <p:cxnSp>
        <p:nvCxnSpPr>
          <p:cNvPr id="372" name="직선 연결선 371">
            <a:extLst>
              <a:ext uri="{FF2B5EF4-FFF2-40B4-BE49-F238E27FC236}">
                <a16:creationId xmlns:a16="http://schemas.microsoft.com/office/drawing/2014/main" id="{3C4C6441-5D6F-CE73-8095-5DD531DE6F46}"/>
              </a:ext>
            </a:extLst>
          </p:cNvPr>
          <p:cNvCxnSpPr/>
          <p:nvPr/>
        </p:nvCxnSpPr>
        <p:spPr>
          <a:xfrm>
            <a:off x="5232400" y="18580100"/>
            <a:ext cx="9220200" cy="0"/>
          </a:xfrm>
          <a:prstGeom prst="line">
            <a:avLst/>
          </a:prstGeom>
          <a:ln w="9525">
            <a:solidFill>
              <a:srgbClr val="C3CFD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3" name="TextBox 372">
            <a:extLst>
              <a:ext uri="{FF2B5EF4-FFF2-40B4-BE49-F238E27FC236}">
                <a16:creationId xmlns:a16="http://schemas.microsoft.com/office/drawing/2014/main" id="{04D4B222-15C7-986D-10CC-F96904E2CE55}"/>
              </a:ext>
            </a:extLst>
          </p:cNvPr>
          <p:cNvSpPr txBox="1"/>
          <p:nvPr/>
        </p:nvSpPr>
        <p:spPr>
          <a:xfrm>
            <a:off x="5359400" y="18592800"/>
            <a:ext cx="1981200" cy="1778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>
              <a:lnSpc>
                <a:spcPct val="95000"/>
              </a:lnSpc>
            </a:pPr>
            <a:r>
              <a:rPr lang="en-US" altLang="ko-KR" sz="900" b="1">
                <a:solidFill>
                  <a:srgbClr val="1A222B"/>
                </a:solidFill>
                <a:latin typeface="Consolas" panose="020B0609020204030204" pitchFamily="49" charset="0"/>
                <a:ea typeface="맑은 고딕" panose="020B0503020000020004" pitchFamily="50" charset="-127"/>
              </a:rPr>
              <a:t>int x; use(x);</a:t>
            </a:r>
            <a:endParaRPr lang="ko-KR" altLang="en-US" sz="900" b="1">
              <a:solidFill>
                <a:srgbClr val="1A222B"/>
              </a:solidFill>
              <a:latin typeface="Consolas" panose="020B0609020204030204" pitchFamily="49" charset="0"/>
              <a:ea typeface="맑은 고딕" panose="020B0503020000020004" pitchFamily="50" charset="-127"/>
            </a:endParaRPr>
          </a:p>
        </p:txBody>
      </p:sp>
      <p:sp>
        <p:nvSpPr>
          <p:cNvPr id="374" name="TextBox 373">
            <a:extLst>
              <a:ext uri="{FF2B5EF4-FFF2-40B4-BE49-F238E27FC236}">
                <a16:creationId xmlns:a16="http://schemas.microsoft.com/office/drawing/2014/main" id="{E841BA0A-CAD5-B7DD-5F18-0ED60840BC4F}"/>
              </a:ext>
            </a:extLst>
          </p:cNvPr>
          <p:cNvSpPr txBox="1"/>
          <p:nvPr/>
        </p:nvSpPr>
        <p:spPr>
          <a:xfrm>
            <a:off x="7264400" y="18592800"/>
            <a:ext cx="2362200" cy="1778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>
              <a:lnSpc>
                <a:spcPct val="95000"/>
              </a:lnSpc>
            </a:pPr>
            <a:r>
              <a:rPr lang="en-US" altLang="ko-KR" sz="900">
                <a:solidFill>
                  <a:srgbClr val="3E4A57"/>
                </a:solidFill>
                <a:latin typeface="Aptos" panose="020B0004020202020204" pitchFamily="34" charset="0"/>
                <a:ea typeface="맑은 고딕" panose="020B0503020000020004" pitchFamily="50" charset="-127"/>
              </a:rPr>
              <a:t>indeterminate value</a:t>
            </a:r>
            <a:endParaRPr lang="ko-KR" altLang="en-US" sz="900">
              <a:solidFill>
                <a:srgbClr val="3E4A57"/>
              </a:solidFill>
              <a:latin typeface="Aptos" panose="020B0004020202020204" pitchFamily="34" charset="0"/>
              <a:ea typeface="맑은 고딕" panose="020B0503020000020004" pitchFamily="50" charset="-127"/>
            </a:endParaRPr>
          </a:p>
        </p:txBody>
      </p:sp>
      <p:sp>
        <p:nvSpPr>
          <p:cNvPr id="375" name="TextBox 374">
            <a:extLst>
              <a:ext uri="{FF2B5EF4-FFF2-40B4-BE49-F238E27FC236}">
                <a16:creationId xmlns:a16="http://schemas.microsoft.com/office/drawing/2014/main" id="{45E11A2A-5737-E9E2-B632-71E2AE9BB90A}"/>
              </a:ext>
            </a:extLst>
          </p:cNvPr>
          <p:cNvSpPr txBox="1"/>
          <p:nvPr/>
        </p:nvSpPr>
        <p:spPr>
          <a:xfrm>
            <a:off x="9626600" y="18592800"/>
            <a:ext cx="2260600" cy="1778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>
              <a:lnSpc>
                <a:spcPct val="95000"/>
              </a:lnSpc>
            </a:pPr>
            <a:r>
              <a:rPr lang="en-US" altLang="ko-KR" sz="900">
                <a:solidFill>
                  <a:srgbClr val="3E4A57"/>
                </a:solidFill>
                <a:latin typeface="Aptos" panose="020B0004020202020204" pitchFamily="34" charset="0"/>
                <a:ea typeface="맑은 고딕" panose="020B0503020000020004" pitchFamily="50" charset="-127"/>
              </a:rPr>
              <a:t>indeterminate value</a:t>
            </a:r>
            <a:endParaRPr lang="ko-KR" altLang="en-US" sz="900">
              <a:solidFill>
                <a:srgbClr val="3E4A57"/>
              </a:solidFill>
              <a:latin typeface="Aptos" panose="020B0004020202020204" pitchFamily="34" charset="0"/>
              <a:ea typeface="맑은 고딕" panose="020B0503020000020004" pitchFamily="50" charset="-127"/>
            </a:endParaRPr>
          </a:p>
        </p:txBody>
      </p:sp>
      <p:sp>
        <p:nvSpPr>
          <p:cNvPr id="376" name="TextBox 375">
            <a:extLst>
              <a:ext uri="{FF2B5EF4-FFF2-40B4-BE49-F238E27FC236}">
                <a16:creationId xmlns:a16="http://schemas.microsoft.com/office/drawing/2014/main" id="{8E43B0C6-D7CD-A989-8480-FB3E169FA0F3}"/>
              </a:ext>
            </a:extLst>
          </p:cNvPr>
          <p:cNvSpPr txBox="1"/>
          <p:nvPr/>
        </p:nvSpPr>
        <p:spPr>
          <a:xfrm>
            <a:off x="11887200" y="18592800"/>
            <a:ext cx="2616200" cy="1778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>
              <a:lnSpc>
                <a:spcPct val="95000"/>
              </a:lnSpc>
            </a:pPr>
            <a:r>
              <a:rPr lang="ko-KR" altLang="en-US" sz="900" b="1">
                <a:solidFill>
                  <a:srgbClr val="00397F"/>
                </a:solidFill>
                <a:latin typeface="Aptos" panose="020B0004020202020204" pitchFamily="34" charset="0"/>
                <a:ea typeface="맑은 고딕" panose="020B0503020000020004" pitchFamily="50" charset="-127"/>
              </a:rPr>
              <a:t>합성 시 만들지 않음</a:t>
            </a:r>
          </a:p>
        </p:txBody>
      </p:sp>
      <p:cxnSp>
        <p:nvCxnSpPr>
          <p:cNvPr id="377" name="직선 연결선 376">
            <a:extLst>
              <a:ext uri="{FF2B5EF4-FFF2-40B4-BE49-F238E27FC236}">
                <a16:creationId xmlns:a16="http://schemas.microsoft.com/office/drawing/2014/main" id="{AC2EB91E-17BC-C2FD-7368-A40AE55581B6}"/>
              </a:ext>
            </a:extLst>
          </p:cNvPr>
          <p:cNvCxnSpPr/>
          <p:nvPr/>
        </p:nvCxnSpPr>
        <p:spPr>
          <a:xfrm>
            <a:off x="5232400" y="18783300"/>
            <a:ext cx="9220200" cy="0"/>
          </a:xfrm>
          <a:prstGeom prst="line">
            <a:avLst/>
          </a:prstGeom>
          <a:ln w="9525">
            <a:solidFill>
              <a:srgbClr val="C3CFD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8" name="TextBox 377">
            <a:extLst>
              <a:ext uri="{FF2B5EF4-FFF2-40B4-BE49-F238E27FC236}">
                <a16:creationId xmlns:a16="http://schemas.microsoft.com/office/drawing/2014/main" id="{1BA56A85-C651-E8DA-1D9A-8782E88BAE50}"/>
              </a:ext>
            </a:extLst>
          </p:cNvPr>
          <p:cNvSpPr txBox="1"/>
          <p:nvPr/>
        </p:nvSpPr>
        <p:spPr>
          <a:xfrm>
            <a:off x="5359400" y="18796000"/>
            <a:ext cx="1981200" cy="1778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>
              <a:lnSpc>
                <a:spcPct val="95000"/>
              </a:lnSpc>
            </a:pPr>
            <a:r>
              <a:rPr lang="en-US" altLang="ko-KR" sz="900" b="1">
                <a:solidFill>
                  <a:srgbClr val="1A222B"/>
                </a:solidFill>
                <a:latin typeface="Consolas" panose="020B0609020204030204" pitchFamily="49" charset="0"/>
                <a:ea typeface="맑은 고딕" panose="020B0503020000020004" pitchFamily="50" charset="-127"/>
              </a:rPr>
              <a:t>"a" == "a"</a:t>
            </a:r>
            <a:endParaRPr lang="ko-KR" altLang="en-US" sz="900" b="1">
              <a:solidFill>
                <a:srgbClr val="1A222B"/>
              </a:solidFill>
              <a:latin typeface="Consolas" panose="020B0609020204030204" pitchFamily="49" charset="0"/>
              <a:ea typeface="맑은 고딕" panose="020B0503020000020004" pitchFamily="50" charset="-127"/>
            </a:endParaRPr>
          </a:p>
        </p:txBody>
      </p:sp>
      <p:sp>
        <p:nvSpPr>
          <p:cNvPr id="379" name="TextBox 378">
            <a:extLst>
              <a:ext uri="{FF2B5EF4-FFF2-40B4-BE49-F238E27FC236}">
                <a16:creationId xmlns:a16="http://schemas.microsoft.com/office/drawing/2014/main" id="{380B365C-BED4-D6BF-F7B2-927E7511C3F7}"/>
              </a:ext>
            </a:extLst>
          </p:cNvPr>
          <p:cNvSpPr txBox="1"/>
          <p:nvPr/>
        </p:nvSpPr>
        <p:spPr>
          <a:xfrm>
            <a:off x="7264400" y="18796000"/>
            <a:ext cx="2362200" cy="1778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>
              <a:lnSpc>
                <a:spcPct val="95000"/>
              </a:lnSpc>
            </a:pPr>
            <a:r>
              <a:rPr lang="en-US" altLang="ko-KR" sz="900">
                <a:solidFill>
                  <a:srgbClr val="3E4A57"/>
                </a:solidFill>
                <a:latin typeface="Aptos" panose="020B0004020202020204" pitchFamily="34" charset="0"/>
                <a:ea typeface="맑은 고딕" panose="020B0503020000020004" pitchFamily="50" charset="-127"/>
              </a:rPr>
              <a:t>true / false </a:t>
            </a:r>
            <a:r>
              <a:rPr lang="ko-KR" altLang="en-US" sz="900">
                <a:solidFill>
                  <a:srgbClr val="3E4A57"/>
                </a:solidFill>
                <a:latin typeface="Aptos" panose="020B0004020202020204" pitchFamily="34" charset="0"/>
                <a:ea typeface="맑은 고딕" panose="020B0503020000020004" pitchFamily="50" charset="-127"/>
              </a:rPr>
              <a:t>모두 가능</a:t>
            </a:r>
          </a:p>
        </p:txBody>
      </p:sp>
      <p:sp>
        <p:nvSpPr>
          <p:cNvPr id="380" name="TextBox 379">
            <a:extLst>
              <a:ext uri="{FF2B5EF4-FFF2-40B4-BE49-F238E27FC236}">
                <a16:creationId xmlns:a16="http://schemas.microsoft.com/office/drawing/2014/main" id="{729910F8-B9B3-4268-4E86-DE8FCE0516E8}"/>
              </a:ext>
            </a:extLst>
          </p:cNvPr>
          <p:cNvSpPr txBox="1"/>
          <p:nvPr/>
        </p:nvSpPr>
        <p:spPr>
          <a:xfrm>
            <a:off x="9626600" y="18796000"/>
            <a:ext cx="2260600" cy="1778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>
              <a:lnSpc>
                <a:spcPct val="95000"/>
              </a:lnSpc>
            </a:pPr>
            <a:r>
              <a:rPr lang="ko-KR" altLang="en-US" sz="900">
                <a:solidFill>
                  <a:srgbClr val="3E4A57"/>
                </a:solidFill>
                <a:latin typeface="Aptos" panose="020B0004020202020204" pitchFamily="34" charset="0"/>
                <a:ea typeface="맑은 고딕" panose="020B0503020000020004" pitchFamily="50" charset="-127"/>
              </a:rPr>
              <a:t>여전히 비결정적</a:t>
            </a:r>
          </a:p>
        </p:txBody>
      </p:sp>
      <p:sp>
        <p:nvSpPr>
          <p:cNvPr id="381" name="TextBox 380">
            <a:extLst>
              <a:ext uri="{FF2B5EF4-FFF2-40B4-BE49-F238E27FC236}">
                <a16:creationId xmlns:a16="http://schemas.microsoft.com/office/drawing/2014/main" id="{CEBA7D54-DF29-4FF4-DF76-C30184F69412}"/>
              </a:ext>
            </a:extLst>
          </p:cNvPr>
          <p:cNvSpPr txBox="1"/>
          <p:nvPr/>
        </p:nvSpPr>
        <p:spPr>
          <a:xfrm>
            <a:off x="11887200" y="18796000"/>
            <a:ext cx="2616200" cy="1778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>
              <a:lnSpc>
                <a:spcPct val="95000"/>
              </a:lnSpc>
            </a:pPr>
            <a:r>
              <a:rPr lang="ko-KR" altLang="en-US" sz="900" b="1">
                <a:solidFill>
                  <a:srgbClr val="00397F"/>
                </a:solidFill>
                <a:latin typeface="Aptos" panose="020B0004020202020204" pitchFamily="34" charset="0"/>
                <a:ea typeface="맑은 고딕" panose="020B0503020000020004" pitchFamily="50" charset="-127"/>
              </a:rPr>
              <a:t>문자열이 없음</a:t>
            </a:r>
          </a:p>
        </p:txBody>
      </p:sp>
      <p:cxnSp>
        <p:nvCxnSpPr>
          <p:cNvPr id="382" name="직선 연결선 381">
            <a:extLst>
              <a:ext uri="{FF2B5EF4-FFF2-40B4-BE49-F238E27FC236}">
                <a16:creationId xmlns:a16="http://schemas.microsoft.com/office/drawing/2014/main" id="{A374E24A-1F0D-5051-CA64-BF4F0D939201}"/>
              </a:ext>
            </a:extLst>
          </p:cNvPr>
          <p:cNvCxnSpPr/>
          <p:nvPr/>
        </p:nvCxnSpPr>
        <p:spPr>
          <a:xfrm>
            <a:off x="5232400" y="18986500"/>
            <a:ext cx="9220200" cy="0"/>
          </a:xfrm>
          <a:prstGeom prst="line">
            <a:avLst/>
          </a:prstGeom>
          <a:ln w="9525">
            <a:solidFill>
              <a:srgbClr val="C3CFD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3" name="TextBox 382">
            <a:extLst>
              <a:ext uri="{FF2B5EF4-FFF2-40B4-BE49-F238E27FC236}">
                <a16:creationId xmlns:a16="http://schemas.microsoft.com/office/drawing/2014/main" id="{608F4C9F-C71B-B9D2-C5B0-6CADB59D3736}"/>
              </a:ext>
            </a:extLst>
          </p:cNvPr>
          <p:cNvSpPr txBox="1"/>
          <p:nvPr/>
        </p:nvSpPr>
        <p:spPr>
          <a:xfrm>
            <a:off x="5359400" y="18999200"/>
            <a:ext cx="1981200" cy="1778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>
              <a:lnSpc>
                <a:spcPct val="95000"/>
              </a:lnSpc>
            </a:pPr>
            <a:r>
              <a:rPr lang="en-US" altLang="ko-KR" sz="900" b="1">
                <a:solidFill>
                  <a:srgbClr val="1A222B"/>
                </a:solidFill>
                <a:latin typeface="Consolas" panose="020B0609020204030204" pitchFamily="49" charset="0"/>
                <a:ea typeface="맑은 고딕" panose="020B0503020000020004" pitchFamily="50" charset="-127"/>
              </a:rPr>
              <a:t>char c = -1;</a:t>
            </a:r>
            <a:endParaRPr lang="ko-KR" altLang="en-US" sz="900" b="1">
              <a:solidFill>
                <a:srgbClr val="1A222B"/>
              </a:solidFill>
              <a:latin typeface="Consolas" panose="020B0609020204030204" pitchFamily="49" charset="0"/>
              <a:ea typeface="맑은 고딕" panose="020B0503020000020004" pitchFamily="50" charset="-127"/>
            </a:endParaRPr>
          </a:p>
        </p:txBody>
      </p:sp>
      <p:sp>
        <p:nvSpPr>
          <p:cNvPr id="384" name="TextBox 383">
            <a:extLst>
              <a:ext uri="{FF2B5EF4-FFF2-40B4-BE49-F238E27FC236}">
                <a16:creationId xmlns:a16="http://schemas.microsoft.com/office/drawing/2014/main" id="{893D142C-143A-34A7-4193-FA65D883FDDC}"/>
              </a:ext>
            </a:extLst>
          </p:cNvPr>
          <p:cNvSpPr txBox="1"/>
          <p:nvPr/>
        </p:nvSpPr>
        <p:spPr>
          <a:xfrm>
            <a:off x="7264400" y="18999200"/>
            <a:ext cx="2362200" cy="1778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>
              <a:lnSpc>
                <a:spcPct val="95000"/>
              </a:lnSpc>
            </a:pPr>
            <a:r>
              <a:rPr lang="en-US" altLang="ko-KR" sz="900">
                <a:solidFill>
                  <a:srgbClr val="3E4A57"/>
                </a:solidFill>
                <a:latin typeface="Aptos" panose="020B0004020202020204" pitchFamily="34" charset="0"/>
                <a:ea typeface="맑은 고딕" panose="020B0503020000020004" pitchFamily="50" charset="-127"/>
              </a:rPr>
              <a:t>-1 </a:t>
            </a:r>
            <a:r>
              <a:rPr lang="ko-KR" altLang="en-US" sz="900">
                <a:solidFill>
                  <a:srgbClr val="3E4A57"/>
                </a:solidFill>
                <a:latin typeface="Aptos" panose="020B0004020202020204" pitchFamily="34" charset="0"/>
                <a:ea typeface="맑은 고딕" panose="020B0503020000020004" pitchFamily="50" charset="-127"/>
              </a:rPr>
              <a:t>또는 </a:t>
            </a:r>
            <a:r>
              <a:rPr lang="en-US" altLang="ko-KR" sz="900">
                <a:solidFill>
                  <a:srgbClr val="3E4A57"/>
                </a:solidFill>
                <a:latin typeface="Aptos" panose="020B0004020202020204" pitchFamily="34" charset="0"/>
                <a:ea typeface="맑은 고딕" panose="020B0503020000020004" pitchFamily="50" charset="-127"/>
              </a:rPr>
              <a:t>255</a:t>
            </a:r>
            <a:endParaRPr lang="ko-KR" altLang="en-US" sz="900">
              <a:solidFill>
                <a:srgbClr val="3E4A57"/>
              </a:solidFill>
              <a:latin typeface="Aptos" panose="020B0004020202020204" pitchFamily="34" charset="0"/>
              <a:ea typeface="맑은 고딕" panose="020B0503020000020004" pitchFamily="50" charset="-127"/>
            </a:endParaRPr>
          </a:p>
        </p:txBody>
      </p:sp>
      <p:sp>
        <p:nvSpPr>
          <p:cNvPr id="385" name="TextBox 384">
            <a:extLst>
              <a:ext uri="{FF2B5EF4-FFF2-40B4-BE49-F238E27FC236}">
                <a16:creationId xmlns:a16="http://schemas.microsoft.com/office/drawing/2014/main" id="{7F73F58B-C979-1E3A-EDF9-DAA8FEC99A18}"/>
              </a:ext>
            </a:extLst>
          </p:cNvPr>
          <p:cNvSpPr txBox="1"/>
          <p:nvPr/>
        </p:nvSpPr>
        <p:spPr>
          <a:xfrm>
            <a:off x="9626600" y="18999200"/>
            <a:ext cx="2260600" cy="1778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>
              <a:lnSpc>
                <a:spcPct val="95000"/>
              </a:lnSpc>
            </a:pPr>
            <a:r>
              <a:rPr lang="ko-KR" altLang="en-US" sz="900">
                <a:solidFill>
                  <a:srgbClr val="3E4A57"/>
                </a:solidFill>
                <a:latin typeface="Aptos" panose="020B0004020202020204" pitchFamily="34" charset="0"/>
                <a:ea typeface="맑은 고딕" panose="020B0503020000020004" pitchFamily="50" charset="-127"/>
              </a:rPr>
              <a:t>여전히 비결정적</a:t>
            </a:r>
          </a:p>
        </p:txBody>
      </p:sp>
      <p:sp>
        <p:nvSpPr>
          <p:cNvPr id="386" name="TextBox 385">
            <a:extLst>
              <a:ext uri="{FF2B5EF4-FFF2-40B4-BE49-F238E27FC236}">
                <a16:creationId xmlns:a16="http://schemas.microsoft.com/office/drawing/2014/main" id="{0311AD18-6B14-E46F-EA5A-CAF2FB610FE7}"/>
              </a:ext>
            </a:extLst>
          </p:cNvPr>
          <p:cNvSpPr txBox="1"/>
          <p:nvPr/>
        </p:nvSpPr>
        <p:spPr>
          <a:xfrm>
            <a:off x="11887200" y="18999200"/>
            <a:ext cx="2616200" cy="1778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>
              <a:lnSpc>
                <a:spcPct val="95000"/>
              </a:lnSpc>
            </a:pPr>
            <a:r>
              <a:rPr lang="en-US" altLang="ko-KR" sz="900" b="1">
                <a:solidFill>
                  <a:srgbClr val="00397F"/>
                </a:solidFill>
                <a:latin typeface="Aptos" panose="020B0004020202020204" pitchFamily="34" charset="0"/>
                <a:ea typeface="맑은 고딕" panose="020B0503020000020004" pitchFamily="50" charset="-127"/>
              </a:rPr>
              <a:t>char</a:t>
            </a:r>
            <a:r>
              <a:rPr lang="ko-KR" altLang="en-US" sz="900" b="1">
                <a:solidFill>
                  <a:srgbClr val="00397F"/>
                </a:solidFill>
                <a:latin typeface="Aptos" panose="020B0004020202020204" pitchFamily="34" charset="0"/>
                <a:ea typeface="맑은 고딕" panose="020B0503020000020004" pitchFamily="50" charset="-127"/>
              </a:rPr>
              <a:t>가 없음</a:t>
            </a:r>
          </a:p>
        </p:txBody>
      </p:sp>
      <p:cxnSp>
        <p:nvCxnSpPr>
          <p:cNvPr id="387" name="직선 연결선 386">
            <a:extLst>
              <a:ext uri="{FF2B5EF4-FFF2-40B4-BE49-F238E27FC236}">
                <a16:creationId xmlns:a16="http://schemas.microsoft.com/office/drawing/2014/main" id="{2B7B73E0-474D-796F-CC78-4F43DC927B22}"/>
              </a:ext>
            </a:extLst>
          </p:cNvPr>
          <p:cNvCxnSpPr/>
          <p:nvPr/>
        </p:nvCxnSpPr>
        <p:spPr>
          <a:xfrm>
            <a:off x="5232400" y="19189700"/>
            <a:ext cx="9220200" cy="0"/>
          </a:xfrm>
          <a:prstGeom prst="line">
            <a:avLst/>
          </a:prstGeom>
          <a:ln w="9525">
            <a:solidFill>
              <a:srgbClr val="C3CFD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8" name="TextBox 387">
            <a:extLst>
              <a:ext uri="{FF2B5EF4-FFF2-40B4-BE49-F238E27FC236}">
                <a16:creationId xmlns:a16="http://schemas.microsoft.com/office/drawing/2014/main" id="{9F5C777C-8DAA-75EA-78E9-EE8FE452DECB}"/>
              </a:ext>
            </a:extLst>
          </p:cNvPr>
          <p:cNvSpPr txBox="1"/>
          <p:nvPr/>
        </p:nvSpPr>
        <p:spPr>
          <a:xfrm>
            <a:off x="5359400" y="19202400"/>
            <a:ext cx="1981200" cy="1778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>
              <a:lnSpc>
                <a:spcPct val="95000"/>
              </a:lnSpc>
            </a:pPr>
            <a:r>
              <a:rPr lang="en-US" altLang="ko-KR" sz="900" b="1">
                <a:solidFill>
                  <a:srgbClr val="1A222B"/>
                </a:solidFill>
                <a:latin typeface="Consolas" panose="020B0609020204030204" pitchFamily="49" charset="0"/>
                <a:ea typeface="맑은 고딕" panose="020B0503020000020004" pitchFamily="50" charset="-127"/>
              </a:rPr>
              <a:t>malloc(n)</a:t>
            </a:r>
            <a:endParaRPr lang="ko-KR" altLang="en-US" sz="900" b="1">
              <a:solidFill>
                <a:srgbClr val="1A222B"/>
              </a:solidFill>
              <a:latin typeface="Consolas" panose="020B0609020204030204" pitchFamily="49" charset="0"/>
              <a:ea typeface="맑은 고딕" panose="020B0503020000020004" pitchFamily="50" charset="-127"/>
            </a:endParaRPr>
          </a:p>
        </p:txBody>
      </p:sp>
      <p:sp>
        <p:nvSpPr>
          <p:cNvPr id="389" name="TextBox 388">
            <a:extLst>
              <a:ext uri="{FF2B5EF4-FFF2-40B4-BE49-F238E27FC236}">
                <a16:creationId xmlns:a16="http://schemas.microsoft.com/office/drawing/2014/main" id="{28B12E9C-6C67-7A71-DF10-32A954B8568A}"/>
              </a:ext>
            </a:extLst>
          </p:cNvPr>
          <p:cNvSpPr txBox="1"/>
          <p:nvPr/>
        </p:nvSpPr>
        <p:spPr>
          <a:xfrm>
            <a:off x="7264400" y="19202400"/>
            <a:ext cx="2362200" cy="1778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>
              <a:lnSpc>
                <a:spcPct val="95000"/>
              </a:lnSpc>
            </a:pPr>
            <a:r>
              <a:rPr lang="ko-KR" altLang="en-US" sz="900">
                <a:solidFill>
                  <a:srgbClr val="3E4A57"/>
                </a:solidFill>
                <a:latin typeface="Aptos" panose="020B0004020202020204" pitchFamily="34" charset="0"/>
                <a:ea typeface="맑은 고딕" panose="020B0503020000020004" pitchFamily="50" charset="-127"/>
              </a:rPr>
              <a:t>주소가 비결정적</a:t>
            </a:r>
          </a:p>
        </p:txBody>
      </p:sp>
      <p:sp>
        <p:nvSpPr>
          <p:cNvPr id="390" name="TextBox 389">
            <a:extLst>
              <a:ext uri="{FF2B5EF4-FFF2-40B4-BE49-F238E27FC236}">
                <a16:creationId xmlns:a16="http://schemas.microsoft.com/office/drawing/2014/main" id="{D79F3C7C-9234-64D4-70CB-BAD7D8ED2FD3}"/>
              </a:ext>
            </a:extLst>
          </p:cNvPr>
          <p:cNvSpPr txBox="1"/>
          <p:nvPr/>
        </p:nvSpPr>
        <p:spPr>
          <a:xfrm>
            <a:off x="9626600" y="19202400"/>
            <a:ext cx="2260600" cy="1778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>
              <a:lnSpc>
                <a:spcPct val="95000"/>
              </a:lnSpc>
            </a:pPr>
            <a:r>
              <a:rPr lang="en-US" altLang="ko-KR" sz="900">
                <a:solidFill>
                  <a:srgbClr val="3E4A57"/>
                </a:solidFill>
                <a:latin typeface="Aptos" panose="020B0004020202020204" pitchFamily="34" charset="0"/>
                <a:ea typeface="맑은 고딕" panose="020B0503020000020004" pitchFamily="50" charset="-127"/>
              </a:rPr>
              <a:t>fresh object</a:t>
            </a:r>
            <a:endParaRPr lang="ko-KR" altLang="en-US" sz="900">
              <a:solidFill>
                <a:srgbClr val="3E4A57"/>
              </a:solidFill>
              <a:latin typeface="Aptos" panose="020B0004020202020204" pitchFamily="34" charset="0"/>
              <a:ea typeface="맑은 고딕" panose="020B0503020000020004" pitchFamily="50" charset="-127"/>
            </a:endParaRPr>
          </a:p>
        </p:txBody>
      </p:sp>
      <p:sp>
        <p:nvSpPr>
          <p:cNvPr id="391" name="TextBox 390">
            <a:extLst>
              <a:ext uri="{FF2B5EF4-FFF2-40B4-BE49-F238E27FC236}">
                <a16:creationId xmlns:a16="http://schemas.microsoft.com/office/drawing/2014/main" id="{BB8660F9-F2B2-AB6D-DC88-EB944778550A}"/>
              </a:ext>
            </a:extLst>
          </p:cNvPr>
          <p:cNvSpPr txBox="1"/>
          <p:nvPr/>
        </p:nvSpPr>
        <p:spPr>
          <a:xfrm>
            <a:off x="11887200" y="19202400"/>
            <a:ext cx="2616200" cy="1778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>
              <a:lnSpc>
                <a:spcPct val="95000"/>
              </a:lnSpc>
            </a:pPr>
            <a:r>
              <a:rPr lang="ko-KR" altLang="en-US" sz="900" b="1">
                <a:solidFill>
                  <a:srgbClr val="00397F"/>
                </a:solidFill>
                <a:latin typeface="Aptos" panose="020B0004020202020204" pitchFamily="34" charset="0"/>
                <a:ea typeface="맑은 고딕" panose="020B0503020000020004" pitchFamily="50" charset="-127"/>
              </a:rPr>
              <a:t>포인터가 없음</a:t>
            </a:r>
          </a:p>
        </p:txBody>
      </p:sp>
      <p:cxnSp>
        <p:nvCxnSpPr>
          <p:cNvPr id="392" name="직선 연결선 391">
            <a:extLst>
              <a:ext uri="{FF2B5EF4-FFF2-40B4-BE49-F238E27FC236}">
                <a16:creationId xmlns:a16="http://schemas.microsoft.com/office/drawing/2014/main" id="{C853F11A-2A02-D333-E654-64C7E295B1D6}"/>
              </a:ext>
            </a:extLst>
          </p:cNvPr>
          <p:cNvCxnSpPr/>
          <p:nvPr/>
        </p:nvCxnSpPr>
        <p:spPr>
          <a:xfrm>
            <a:off x="5232400" y="19392900"/>
            <a:ext cx="9220200" cy="0"/>
          </a:xfrm>
          <a:prstGeom prst="line">
            <a:avLst/>
          </a:prstGeom>
          <a:ln w="9525">
            <a:solidFill>
              <a:srgbClr val="C3CFD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402" name="그림 401">
            <a:extLst>
              <a:ext uri="{FF2B5EF4-FFF2-40B4-BE49-F238E27FC236}">
                <a16:creationId xmlns:a16="http://schemas.microsoft.com/office/drawing/2014/main" id="{51BB0DBC-35EB-9E06-C78C-7171F22E885F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20800" y="19812000"/>
            <a:ext cx="787400" cy="812800"/>
          </a:xfrm>
          <a:prstGeom prst="rect">
            <a:avLst/>
          </a:prstGeom>
        </p:spPr>
      </p:pic>
      <p:sp>
        <p:nvSpPr>
          <p:cNvPr id="403" name="TextBox 402">
            <a:extLst>
              <a:ext uri="{FF2B5EF4-FFF2-40B4-BE49-F238E27FC236}">
                <a16:creationId xmlns:a16="http://schemas.microsoft.com/office/drawing/2014/main" id="{23C342E0-45CC-BC02-837E-CD8FDCA25CA4}"/>
              </a:ext>
            </a:extLst>
          </p:cNvPr>
          <p:cNvSpPr txBox="1"/>
          <p:nvPr/>
        </p:nvSpPr>
        <p:spPr>
          <a:xfrm>
            <a:off x="2260600" y="19837400"/>
            <a:ext cx="2540000" cy="279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95000"/>
              </a:lnSpc>
            </a:pPr>
            <a:r>
              <a:rPr lang="en-US" altLang="ko-KR" sz="1700" b="1" spc="300">
                <a:solidFill>
                  <a:srgbClr val="00397F"/>
                </a:solidFill>
                <a:latin typeface="Times New Roman" panose="02020603050405020304" pitchFamily="18" charset="0"/>
                <a:ea typeface="맑은 고딕" panose="020B0503020000020004" pitchFamily="50" charset="-127"/>
              </a:rPr>
              <a:t>SEOUL</a:t>
            </a:r>
            <a:endParaRPr lang="ko-KR" altLang="en-US" sz="1700" b="1" spc="300">
              <a:solidFill>
                <a:srgbClr val="00397F"/>
              </a:solidFill>
              <a:latin typeface="Times New Roman" panose="02020603050405020304" pitchFamily="18" charset="0"/>
              <a:ea typeface="맑은 고딕" panose="020B0503020000020004" pitchFamily="50" charset="-127"/>
            </a:endParaRPr>
          </a:p>
        </p:txBody>
      </p:sp>
      <p:sp>
        <p:nvSpPr>
          <p:cNvPr id="404" name="TextBox 403">
            <a:extLst>
              <a:ext uri="{FF2B5EF4-FFF2-40B4-BE49-F238E27FC236}">
                <a16:creationId xmlns:a16="http://schemas.microsoft.com/office/drawing/2014/main" id="{29161D58-DE33-7546-2513-A02E3B0D01F8}"/>
              </a:ext>
            </a:extLst>
          </p:cNvPr>
          <p:cNvSpPr txBox="1"/>
          <p:nvPr/>
        </p:nvSpPr>
        <p:spPr>
          <a:xfrm>
            <a:off x="2260600" y="20142200"/>
            <a:ext cx="2540000" cy="1905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95000"/>
              </a:lnSpc>
            </a:pPr>
            <a:r>
              <a:rPr lang="en-US" altLang="ko-KR" sz="1050" spc="240">
                <a:solidFill>
                  <a:srgbClr val="00397F"/>
                </a:solidFill>
                <a:latin typeface="Times New Roman" panose="02020603050405020304" pitchFamily="18" charset="0"/>
                <a:ea typeface="맑은 고딕" panose="020B0503020000020004" pitchFamily="50" charset="-127"/>
              </a:rPr>
              <a:t>NATIONAL</a:t>
            </a:r>
            <a:endParaRPr lang="ko-KR" altLang="en-US" sz="1050" spc="240">
              <a:solidFill>
                <a:srgbClr val="00397F"/>
              </a:solidFill>
              <a:latin typeface="Times New Roman" panose="02020603050405020304" pitchFamily="18" charset="0"/>
              <a:ea typeface="맑은 고딕" panose="020B0503020000020004" pitchFamily="50" charset="-127"/>
            </a:endParaRPr>
          </a:p>
        </p:txBody>
      </p:sp>
      <p:sp>
        <p:nvSpPr>
          <p:cNvPr id="405" name="TextBox 404">
            <a:extLst>
              <a:ext uri="{FF2B5EF4-FFF2-40B4-BE49-F238E27FC236}">
                <a16:creationId xmlns:a16="http://schemas.microsoft.com/office/drawing/2014/main" id="{3B766AA2-B385-EAA9-F739-CF4E4E06FB7F}"/>
              </a:ext>
            </a:extLst>
          </p:cNvPr>
          <p:cNvSpPr txBox="1"/>
          <p:nvPr/>
        </p:nvSpPr>
        <p:spPr>
          <a:xfrm>
            <a:off x="2260600" y="20345400"/>
            <a:ext cx="2540000" cy="1905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95000"/>
              </a:lnSpc>
            </a:pPr>
            <a:r>
              <a:rPr lang="en-US" altLang="ko-KR" sz="1050" spc="240">
                <a:solidFill>
                  <a:srgbClr val="00397F"/>
                </a:solidFill>
                <a:latin typeface="Times New Roman" panose="02020603050405020304" pitchFamily="18" charset="0"/>
                <a:ea typeface="맑은 고딕" panose="020B0503020000020004" pitchFamily="50" charset="-127"/>
              </a:rPr>
              <a:t>UNIVERSITY</a:t>
            </a:r>
            <a:endParaRPr lang="ko-KR" altLang="en-US" sz="1050" spc="240">
              <a:solidFill>
                <a:srgbClr val="00397F"/>
              </a:solidFill>
              <a:latin typeface="Times New Roman" panose="02020603050405020304" pitchFamily="18" charset="0"/>
              <a:ea typeface="맑은 고딕" panose="020B0503020000020004" pitchFamily="50" charset="-127"/>
            </a:endParaRPr>
          </a:p>
        </p:txBody>
      </p:sp>
      <p:pic>
        <p:nvPicPr>
          <p:cNvPr id="407" name="그림 406">
            <a:extLst>
              <a:ext uri="{FF2B5EF4-FFF2-40B4-BE49-F238E27FC236}">
                <a16:creationId xmlns:a16="http://schemas.microsoft.com/office/drawing/2014/main" id="{3B453273-3204-9336-920E-203456C4CC7B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46875" y="19761200"/>
            <a:ext cx="812800" cy="825500"/>
          </a:xfrm>
          <a:prstGeom prst="rect">
            <a:avLst/>
          </a:prstGeom>
        </p:spPr>
      </p:pic>
      <p:sp>
        <p:nvSpPr>
          <p:cNvPr id="408" name="TextBox 407">
            <a:extLst>
              <a:ext uri="{FF2B5EF4-FFF2-40B4-BE49-F238E27FC236}">
                <a16:creationId xmlns:a16="http://schemas.microsoft.com/office/drawing/2014/main" id="{77911B3E-09BA-5EC5-B16F-9376BB02E13B}"/>
              </a:ext>
            </a:extLst>
          </p:cNvPr>
          <p:cNvSpPr txBox="1"/>
          <p:nvPr/>
        </p:nvSpPr>
        <p:spPr>
          <a:xfrm>
            <a:off x="5248275" y="20650200"/>
            <a:ext cx="3810000" cy="177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>
              <a:lnSpc>
                <a:spcPct val="95000"/>
              </a:lnSpc>
            </a:pPr>
            <a:r>
              <a:rPr lang="ko-KR" altLang="en-US" sz="850">
                <a:solidFill>
                  <a:srgbClr val="7C8A99"/>
                </a:solidFill>
                <a:latin typeface="Aptos" panose="020B0004020202020204" pitchFamily="34" charset="0"/>
                <a:ea typeface="맑은 고딕" panose="020B0503020000020004" pitchFamily="50" charset="-127"/>
              </a:rPr>
              <a:t>한국정보과학회 프로그래밍언어연구회</a:t>
            </a:r>
          </a:p>
        </p:txBody>
      </p:sp>
      <p:pic>
        <p:nvPicPr>
          <p:cNvPr id="410" name="그림 409">
            <a:extLst>
              <a:ext uri="{FF2B5EF4-FFF2-40B4-BE49-F238E27FC236}">
                <a16:creationId xmlns:a16="http://schemas.microsoft.com/office/drawing/2014/main" id="{B4FEA6C0-BDDF-B2DC-685F-0A2798A3C093}"/>
              </a:ext>
            </a:extLst>
          </p:cNvPr>
          <p:cNvPicPr>
            <a:picLocks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26800" y="19812000"/>
            <a:ext cx="787400" cy="787400"/>
          </a:xfrm>
          <a:prstGeom prst="rect">
            <a:avLst/>
          </a:prstGeom>
        </p:spPr>
      </p:pic>
      <p:sp>
        <p:nvSpPr>
          <p:cNvPr id="411" name="TextBox 410">
            <a:extLst>
              <a:ext uri="{FF2B5EF4-FFF2-40B4-BE49-F238E27FC236}">
                <a16:creationId xmlns:a16="http://schemas.microsoft.com/office/drawing/2014/main" id="{E18A5D3A-130B-4E63-804A-32DCFCA0756B}"/>
              </a:ext>
            </a:extLst>
          </p:cNvPr>
          <p:cNvSpPr txBox="1"/>
          <p:nvPr/>
        </p:nvSpPr>
        <p:spPr>
          <a:xfrm>
            <a:off x="12166600" y="19812000"/>
            <a:ext cx="2540000" cy="279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95000"/>
              </a:lnSpc>
            </a:pPr>
            <a:r>
              <a:rPr lang="en-US" altLang="ko-KR" sz="1550" b="1">
                <a:solidFill>
                  <a:srgbClr val="791680"/>
                </a:solidFill>
                <a:latin typeface="Times New Roman" panose="02020603050405020304" pitchFamily="18" charset="0"/>
                <a:ea typeface="맑은 고딕" panose="020B0503020000020004" pitchFamily="50" charset="-127"/>
              </a:rPr>
              <a:t>Programming</a:t>
            </a:r>
            <a:endParaRPr lang="ko-KR" altLang="en-US" sz="1550" b="1">
              <a:solidFill>
                <a:srgbClr val="791680"/>
              </a:solidFill>
              <a:latin typeface="Times New Roman" panose="02020603050405020304" pitchFamily="18" charset="0"/>
              <a:ea typeface="맑은 고딕" panose="020B0503020000020004" pitchFamily="50" charset="-127"/>
            </a:endParaRPr>
          </a:p>
        </p:txBody>
      </p:sp>
      <p:sp>
        <p:nvSpPr>
          <p:cNvPr id="412" name="TextBox 411">
            <a:extLst>
              <a:ext uri="{FF2B5EF4-FFF2-40B4-BE49-F238E27FC236}">
                <a16:creationId xmlns:a16="http://schemas.microsoft.com/office/drawing/2014/main" id="{781FB70D-076D-A01F-FE77-6644BF116DAF}"/>
              </a:ext>
            </a:extLst>
          </p:cNvPr>
          <p:cNvSpPr txBox="1"/>
          <p:nvPr/>
        </p:nvSpPr>
        <p:spPr>
          <a:xfrm>
            <a:off x="12166600" y="20116800"/>
            <a:ext cx="2540000" cy="279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95000"/>
              </a:lnSpc>
            </a:pPr>
            <a:r>
              <a:rPr lang="en-US" altLang="ko-KR" sz="1550" b="1">
                <a:solidFill>
                  <a:srgbClr val="791680"/>
                </a:solidFill>
                <a:latin typeface="Times New Roman" panose="02020603050405020304" pitchFamily="18" charset="0"/>
                <a:ea typeface="맑은 고딕" panose="020B0503020000020004" pitchFamily="50" charset="-127"/>
              </a:rPr>
              <a:t>Research Laboratory</a:t>
            </a:r>
            <a:endParaRPr lang="ko-KR" altLang="en-US" sz="1550" b="1">
              <a:solidFill>
                <a:srgbClr val="791680"/>
              </a:solidFill>
              <a:latin typeface="Times New Roman" panose="02020603050405020304" pitchFamily="18" charset="0"/>
              <a:ea typeface="맑은 고딕" panose="020B0503020000020004" pitchFamily="50" charset="-127"/>
            </a:endParaRPr>
          </a:p>
        </p:txBody>
      </p:sp>
      <p:sp>
        <p:nvSpPr>
          <p:cNvPr id="413" name="직사각형 412">
            <a:extLst>
              <a:ext uri="{FF2B5EF4-FFF2-40B4-BE49-F238E27FC236}">
                <a16:creationId xmlns:a16="http://schemas.microsoft.com/office/drawing/2014/main" id="{4271A4B3-7B2E-0F08-A0E9-66CD925801B0}"/>
              </a:ext>
            </a:extLst>
          </p:cNvPr>
          <p:cNvSpPr/>
          <p:nvPr/>
        </p:nvSpPr>
        <p:spPr>
          <a:xfrm>
            <a:off x="0" y="20916900"/>
            <a:ext cx="15119350" cy="466725"/>
          </a:xfrm>
          <a:prstGeom prst="rect">
            <a:avLst/>
          </a:prstGeom>
          <a:solidFill>
            <a:srgbClr val="00469E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942325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 테마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테마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Slice</Template>
  <TotalTime>14</TotalTime>
  <Words>956</Words>
  <Application>Microsoft Office PowerPoint</Application>
  <PresentationFormat>사용자 지정</PresentationFormat>
  <Paragraphs>129</Paragraphs>
  <Slides>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7" baseType="lpstr">
      <vt:lpstr>Aptos</vt:lpstr>
      <vt:lpstr>Aptos Display</vt:lpstr>
      <vt:lpstr>Arial</vt:lpstr>
      <vt:lpstr>Consolas</vt:lpstr>
      <vt:lpstr>Times New Roman</vt:lpstr>
      <vt:lpstr>Office 테마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JungWonJun</dc:creator>
  <cp:lastModifiedBy>JungWonJun</cp:lastModifiedBy>
  <cp:revision>5</cp:revision>
  <dcterms:created xsi:type="dcterms:W3CDTF">2026-08-20T07:14:27Z</dcterms:created>
  <dcterms:modified xsi:type="dcterms:W3CDTF">2026-08-23T08:04:43Z</dcterms:modified>
</cp:coreProperties>
</file>